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sldIdLst>
    <p:sldId id="396" r:id="rId5"/>
    <p:sldId id="268" r:id="rId6"/>
    <p:sldId id="398" r:id="rId7"/>
    <p:sldId id="399" r:id="rId8"/>
    <p:sldId id="400" r:id="rId9"/>
    <p:sldId id="401" r:id="rId10"/>
    <p:sldId id="402" r:id="rId11"/>
    <p:sldId id="403" r:id="rId12"/>
    <p:sldId id="365" r:id="rId13"/>
    <p:sldId id="408" r:id="rId14"/>
    <p:sldId id="405" r:id="rId15"/>
    <p:sldId id="404" r:id="rId16"/>
    <p:sldId id="406" r:id="rId17"/>
    <p:sldId id="407" r:id="rId18"/>
    <p:sldId id="397" r:id="rId19"/>
    <p:sldId id="377" r:id="rId20"/>
    <p:sldId id="343" r:id="rId21"/>
    <p:sldId id="270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9962"/>
    <a:srgbClr val="4D5356"/>
    <a:srgbClr val="000000"/>
    <a:srgbClr val="461B2B"/>
    <a:srgbClr val="FFFFFF"/>
    <a:srgbClr val="E2D6C0"/>
    <a:srgbClr val="8B2346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AE283-46FE-478F-9F48-BB93D73CB002}" v="406" dt="2026-08-13T05:06:14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59887" autoAdjust="0"/>
  </p:normalViewPr>
  <p:slideViewPr>
    <p:cSldViewPr snapToGrid="0" snapToObjects="1" showGuides="1">
      <p:cViewPr varScale="1">
        <p:scale>
          <a:sx n="57" d="100"/>
          <a:sy n="57" d="100"/>
        </p:scale>
        <p:origin x="1517" y="4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Stark" userId="3e3e1ff4-e95d-42d2-9e6f-5f68867117bf" providerId="ADAL" clId="{8D2F4061-FBAE-4AC3-89CA-1E7403921CD7}"/>
    <pc:docChg chg="undo custSel addSld delSld modSld sldOrd">
      <pc:chgData name="Adrian Stark" userId="3e3e1ff4-e95d-42d2-9e6f-5f68867117bf" providerId="ADAL" clId="{8D2F4061-FBAE-4AC3-89CA-1E7403921CD7}" dt="2026-08-13T06:15:20.001" v="9764" actId="20577"/>
      <pc:docMkLst>
        <pc:docMk/>
      </pc:docMkLst>
      <pc:sldChg chg="del mod modShow">
        <pc:chgData name="Adrian Stark" userId="3e3e1ff4-e95d-42d2-9e6f-5f68867117bf" providerId="ADAL" clId="{8D2F4061-FBAE-4AC3-89CA-1E7403921CD7}" dt="2026-08-12T20:56:27.914" v="24" actId="2696"/>
        <pc:sldMkLst>
          <pc:docMk/>
          <pc:sldMk cId="587612878" sldId="258"/>
        </pc:sldMkLst>
      </pc:sldChg>
      <pc:sldChg chg="del mod modShow">
        <pc:chgData name="Adrian Stark" userId="3e3e1ff4-e95d-42d2-9e6f-5f68867117bf" providerId="ADAL" clId="{8D2F4061-FBAE-4AC3-89CA-1E7403921CD7}" dt="2026-08-12T20:56:25.730" v="23" actId="2696"/>
        <pc:sldMkLst>
          <pc:docMk/>
          <pc:sldMk cId="1085262367" sldId="259"/>
        </pc:sldMkLst>
      </pc:sldChg>
      <pc:sldChg chg="del mod modShow">
        <pc:chgData name="Adrian Stark" userId="3e3e1ff4-e95d-42d2-9e6f-5f68867117bf" providerId="ADAL" clId="{8D2F4061-FBAE-4AC3-89CA-1E7403921CD7}" dt="2026-08-12T20:56:23.783" v="22" actId="2696"/>
        <pc:sldMkLst>
          <pc:docMk/>
          <pc:sldMk cId="1038429493" sldId="260"/>
        </pc:sldMkLst>
      </pc:sldChg>
      <pc:sldChg chg="del">
        <pc:chgData name="Adrian Stark" userId="3e3e1ff4-e95d-42d2-9e6f-5f68867117bf" providerId="ADAL" clId="{8D2F4061-FBAE-4AC3-89CA-1E7403921CD7}" dt="2026-08-12T20:56:18.958" v="20" actId="2696"/>
        <pc:sldMkLst>
          <pc:docMk/>
          <pc:sldMk cId="2252557065" sldId="261"/>
        </pc:sldMkLst>
      </pc:sldChg>
      <pc:sldChg chg="addSp delSp modSp mod modNotesTx">
        <pc:chgData name="Adrian Stark" userId="3e3e1ff4-e95d-42d2-9e6f-5f68867117bf" providerId="ADAL" clId="{8D2F4061-FBAE-4AC3-89CA-1E7403921CD7}" dt="2026-08-13T05:07:33.393" v="9749" actId="20577"/>
        <pc:sldMkLst>
          <pc:docMk/>
          <pc:sldMk cId="3474446913" sldId="268"/>
        </pc:sldMkLst>
        <pc:spChg chg="mod">
          <ac:chgData name="Adrian Stark" userId="3e3e1ff4-e95d-42d2-9e6f-5f68867117bf" providerId="ADAL" clId="{8D2F4061-FBAE-4AC3-89CA-1E7403921CD7}" dt="2026-08-12T21:53:49.307" v="2769" actId="20577"/>
          <ac:spMkLst>
            <pc:docMk/>
            <pc:sldMk cId="3474446913" sldId="268"/>
            <ac:spMk id="5" creationId="{E3B4193E-7CDD-2346-BF41-48CF3124A10A}"/>
          </ac:spMkLst>
        </pc:spChg>
        <pc:spChg chg="mod">
          <ac:chgData name="Adrian Stark" userId="3e3e1ff4-e95d-42d2-9e6f-5f68867117bf" providerId="ADAL" clId="{8D2F4061-FBAE-4AC3-89CA-1E7403921CD7}" dt="2026-08-13T04:48:45.094" v="9204" actId="20577"/>
          <ac:spMkLst>
            <pc:docMk/>
            <pc:sldMk cId="3474446913" sldId="268"/>
            <ac:spMk id="6" creationId="{CC256CD9-3397-744F-AB28-7232B1314545}"/>
          </ac:spMkLst>
        </pc:spChg>
        <pc:spChg chg="del mod">
          <ac:chgData name="Adrian Stark" userId="3e3e1ff4-e95d-42d2-9e6f-5f68867117bf" providerId="ADAL" clId="{8D2F4061-FBAE-4AC3-89CA-1E7403921CD7}" dt="2026-08-13T00:05:09.122" v="6361" actId="478"/>
          <ac:spMkLst>
            <pc:docMk/>
            <pc:sldMk cId="3474446913" sldId="268"/>
            <ac:spMk id="7" creationId="{8474A344-6182-CE4D-AAAB-FEF9EF7FA846}"/>
          </ac:spMkLst>
        </pc:spChg>
        <pc:spChg chg="add del mod">
          <ac:chgData name="Adrian Stark" userId="3e3e1ff4-e95d-42d2-9e6f-5f68867117bf" providerId="ADAL" clId="{8D2F4061-FBAE-4AC3-89CA-1E7403921CD7}" dt="2026-08-13T00:05:13.176" v="6362" actId="478"/>
          <ac:spMkLst>
            <pc:docMk/>
            <pc:sldMk cId="3474446913" sldId="268"/>
            <ac:spMk id="8" creationId="{E2CD1711-FBBE-F19B-1D71-89A2E95C45A7}"/>
          </ac:spMkLst>
        </pc:spChg>
        <pc:picChg chg="add mod modCrop">
          <ac:chgData name="Adrian Stark" userId="3e3e1ff4-e95d-42d2-9e6f-5f68867117bf" providerId="ADAL" clId="{8D2F4061-FBAE-4AC3-89CA-1E7403921CD7}" dt="2026-08-13T00:05:31.259" v="6366" actId="14100"/>
          <ac:picMkLst>
            <pc:docMk/>
            <pc:sldMk cId="3474446913" sldId="268"/>
            <ac:picMk id="3" creationId="{4345E316-AD7E-B60B-826A-98C52E6B7F07}"/>
          </ac:picMkLst>
        </pc:picChg>
      </pc:sldChg>
      <pc:sldChg chg="ord">
        <pc:chgData name="Adrian Stark" userId="3e3e1ff4-e95d-42d2-9e6f-5f68867117bf" providerId="ADAL" clId="{8D2F4061-FBAE-4AC3-89CA-1E7403921CD7}" dt="2026-08-12T21:55:29.504" v="2945"/>
        <pc:sldMkLst>
          <pc:docMk/>
          <pc:sldMk cId="336804547" sldId="269"/>
        </pc:sldMkLst>
      </pc:sldChg>
      <pc:sldChg chg="ord">
        <pc:chgData name="Adrian Stark" userId="3e3e1ff4-e95d-42d2-9e6f-5f68867117bf" providerId="ADAL" clId="{8D2F4061-FBAE-4AC3-89CA-1E7403921CD7}" dt="2026-08-12T21:55:31.843" v="2947"/>
        <pc:sldMkLst>
          <pc:docMk/>
          <pc:sldMk cId="2165599953" sldId="270"/>
        </pc:sldMkLst>
      </pc:sldChg>
      <pc:sldChg chg="del">
        <pc:chgData name="Adrian Stark" userId="3e3e1ff4-e95d-42d2-9e6f-5f68867117bf" providerId="ADAL" clId="{8D2F4061-FBAE-4AC3-89CA-1E7403921CD7}" dt="2026-08-12T20:55:54.285" v="17" actId="2696"/>
        <pc:sldMkLst>
          <pc:docMk/>
          <pc:sldMk cId="1209268795" sldId="271"/>
        </pc:sldMkLst>
      </pc:sldChg>
      <pc:sldChg chg="del">
        <pc:chgData name="Adrian Stark" userId="3e3e1ff4-e95d-42d2-9e6f-5f68867117bf" providerId="ADAL" clId="{8D2F4061-FBAE-4AC3-89CA-1E7403921CD7}" dt="2026-08-12T20:55:50.451" v="15" actId="2696"/>
        <pc:sldMkLst>
          <pc:docMk/>
          <pc:sldMk cId="4222282773" sldId="273"/>
        </pc:sldMkLst>
      </pc:sldChg>
      <pc:sldChg chg="del">
        <pc:chgData name="Adrian Stark" userId="3e3e1ff4-e95d-42d2-9e6f-5f68867117bf" providerId="ADAL" clId="{8D2F4061-FBAE-4AC3-89CA-1E7403921CD7}" dt="2026-08-12T20:55:48.683" v="14" actId="2696"/>
        <pc:sldMkLst>
          <pc:docMk/>
          <pc:sldMk cId="1839283614" sldId="274"/>
        </pc:sldMkLst>
      </pc:sldChg>
      <pc:sldChg chg="del">
        <pc:chgData name="Adrian Stark" userId="3e3e1ff4-e95d-42d2-9e6f-5f68867117bf" providerId="ADAL" clId="{8D2F4061-FBAE-4AC3-89CA-1E7403921CD7}" dt="2026-08-12T20:55:46.857" v="13" actId="2696"/>
        <pc:sldMkLst>
          <pc:docMk/>
          <pc:sldMk cId="717922790" sldId="275"/>
        </pc:sldMkLst>
      </pc:sldChg>
      <pc:sldChg chg="del">
        <pc:chgData name="Adrian Stark" userId="3e3e1ff4-e95d-42d2-9e6f-5f68867117bf" providerId="ADAL" clId="{8D2F4061-FBAE-4AC3-89CA-1E7403921CD7}" dt="2026-08-12T20:55:43.219" v="11" actId="2696"/>
        <pc:sldMkLst>
          <pc:docMk/>
          <pc:sldMk cId="304205823" sldId="276"/>
        </pc:sldMkLst>
      </pc:sldChg>
      <pc:sldChg chg="del">
        <pc:chgData name="Adrian Stark" userId="3e3e1ff4-e95d-42d2-9e6f-5f68867117bf" providerId="ADAL" clId="{8D2F4061-FBAE-4AC3-89CA-1E7403921CD7}" dt="2026-08-12T20:55:39.950" v="10" actId="2696"/>
        <pc:sldMkLst>
          <pc:docMk/>
          <pc:sldMk cId="2180766255" sldId="278"/>
        </pc:sldMkLst>
      </pc:sldChg>
      <pc:sldChg chg="del">
        <pc:chgData name="Adrian Stark" userId="3e3e1ff4-e95d-42d2-9e6f-5f68867117bf" providerId="ADAL" clId="{8D2F4061-FBAE-4AC3-89CA-1E7403921CD7}" dt="2026-08-12T20:55:37.640" v="9" actId="2696"/>
        <pc:sldMkLst>
          <pc:docMk/>
          <pc:sldMk cId="3152097297" sldId="279"/>
        </pc:sldMkLst>
      </pc:sldChg>
      <pc:sldChg chg="del">
        <pc:chgData name="Adrian Stark" userId="3e3e1ff4-e95d-42d2-9e6f-5f68867117bf" providerId="ADAL" clId="{8D2F4061-FBAE-4AC3-89CA-1E7403921CD7}" dt="2026-08-12T20:55:35.981" v="8" actId="2696"/>
        <pc:sldMkLst>
          <pc:docMk/>
          <pc:sldMk cId="4162000890" sldId="280"/>
        </pc:sldMkLst>
      </pc:sldChg>
      <pc:sldChg chg="del">
        <pc:chgData name="Adrian Stark" userId="3e3e1ff4-e95d-42d2-9e6f-5f68867117bf" providerId="ADAL" clId="{8D2F4061-FBAE-4AC3-89CA-1E7403921CD7}" dt="2026-08-12T20:55:32.274" v="6" actId="2696"/>
        <pc:sldMkLst>
          <pc:docMk/>
          <pc:sldMk cId="87694248" sldId="281"/>
        </pc:sldMkLst>
      </pc:sldChg>
      <pc:sldChg chg="del mod modShow">
        <pc:chgData name="Adrian Stark" userId="3e3e1ff4-e95d-42d2-9e6f-5f68867117bf" providerId="ADAL" clId="{8D2F4061-FBAE-4AC3-89CA-1E7403921CD7}" dt="2026-08-12T20:56:30.555" v="25" actId="2696"/>
        <pc:sldMkLst>
          <pc:docMk/>
          <pc:sldMk cId="1886526316" sldId="333"/>
        </pc:sldMkLst>
      </pc:sldChg>
      <pc:sldChg chg="del mod modShow">
        <pc:chgData name="Adrian Stark" userId="3e3e1ff4-e95d-42d2-9e6f-5f68867117bf" providerId="ADAL" clId="{8D2F4061-FBAE-4AC3-89CA-1E7403921CD7}" dt="2026-08-12T20:56:21.926" v="21" actId="2696"/>
        <pc:sldMkLst>
          <pc:docMk/>
          <pc:sldMk cId="3835507623" sldId="341"/>
        </pc:sldMkLst>
      </pc:sldChg>
      <pc:sldChg chg="modSp add del mod ord modShow">
        <pc:chgData name="Adrian Stark" userId="3e3e1ff4-e95d-42d2-9e6f-5f68867117bf" providerId="ADAL" clId="{8D2F4061-FBAE-4AC3-89CA-1E7403921CD7}" dt="2026-08-12T21:55:27.066" v="2943"/>
        <pc:sldMkLst>
          <pc:docMk/>
          <pc:sldMk cId="3608538651" sldId="343"/>
        </pc:sldMkLst>
        <pc:spChg chg="mod">
          <ac:chgData name="Adrian Stark" userId="3e3e1ff4-e95d-42d2-9e6f-5f68867117bf" providerId="ADAL" clId="{8D2F4061-FBAE-4AC3-89CA-1E7403921CD7}" dt="2026-08-12T21:17:02.352" v="700" actId="20577"/>
          <ac:spMkLst>
            <pc:docMk/>
            <pc:sldMk cId="3608538651" sldId="343"/>
            <ac:spMk id="15" creationId="{C9886364-21E9-7341-93DE-F5AA1D09E2D3}"/>
          </ac:spMkLst>
        </pc:spChg>
        <pc:spChg chg="mod">
          <ac:chgData name="Adrian Stark" userId="3e3e1ff4-e95d-42d2-9e6f-5f68867117bf" providerId="ADAL" clId="{8D2F4061-FBAE-4AC3-89CA-1E7403921CD7}" dt="2026-08-12T21:16:42.843" v="672" actId="20577"/>
          <ac:spMkLst>
            <pc:docMk/>
            <pc:sldMk cId="3608538651" sldId="343"/>
            <ac:spMk id="18" creationId="{88E8DB43-E920-8C46-9065-8354725562E3}"/>
          </ac:spMkLst>
        </pc:spChg>
        <pc:spChg chg="mod">
          <ac:chgData name="Adrian Stark" userId="3e3e1ff4-e95d-42d2-9e6f-5f68867117bf" providerId="ADAL" clId="{8D2F4061-FBAE-4AC3-89CA-1E7403921CD7}" dt="2026-08-12T21:16:27.523" v="630" actId="20577"/>
          <ac:spMkLst>
            <pc:docMk/>
            <pc:sldMk cId="3608538651" sldId="343"/>
            <ac:spMk id="19" creationId="{6D947BE0-57F3-7943-85EF-865ECBC8DC29}"/>
          </ac:spMkLst>
        </pc:spChg>
      </pc:sldChg>
      <pc:sldChg chg="del">
        <pc:chgData name="Adrian Stark" userId="3e3e1ff4-e95d-42d2-9e6f-5f68867117bf" providerId="ADAL" clId="{8D2F4061-FBAE-4AC3-89CA-1E7403921CD7}" dt="2026-08-12T20:55:44.973" v="12" actId="2696"/>
        <pc:sldMkLst>
          <pc:docMk/>
          <pc:sldMk cId="4099343193" sldId="344"/>
        </pc:sldMkLst>
      </pc:sldChg>
      <pc:sldChg chg="del">
        <pc:chgData name="Adrian Stark" userId="3e3e1ff4-e95d-42d2-9e6f-5f68867117bf" providerId="ADAL" clId="{8D2F4061-FBAE-4AC3-89CA-1E7403921CD7}" dt="2026-08-12T20:55:34.134" v="7" actId="2696"/>
        <pc:sldMkLst>
          <pc:docMk/>
          <pc:sldMk cId="1217863421" sldId="345"/>
        </pc:sldMkLst>
      </pc:sldChg>
      <pc:sldChg chg="modNotesTx">
        <pc:chgData name="Adrian Stark" userId="3e3e1ff4-e95d-42d2-9e6f-5f68867117bf" providerId="ADAL" clId="{8D2F4061-FBAE-4AC3-89CA-1E7403921CD7}" dt="2026-08-13T00:27:59.620" v="6911" actId="20577"/>
        <pc:sldMkLst>
          <pc:docMk/>
          <pc:sldMk cId="1028344595" sldId="365"/>
        </pc:sldMkLst>
      </pc:sldChg>
      <pc:sldChg chg="del">
        <pc:chgData name="Adrian Stark" userId="3e3e1ff4-e95d-42d2-9e6f-5f68867117bf" providerId="ADAL" clId="{8D2F4061-FBAE-4AC3-89CA-1E7403921CD7}" dt="2026-08-12T20:55:52.284" v="16" actId="2696"/>
        <pc:sldMkLst>
          <pc:docMk/>
          <pc:sldMk cId="3365016515" sldId="376"/>
        </pc:sldMkLst>
      </pc:sldChg>
      <pc:sldChg chg="ord">
        <pc:chgData name="Adrian Stark" userId="3e3e1ff4-e95d-42d2-9e6f-5f68867117bf" providerId="ADAL" clId="{8D2F4061-FBAE-4AC3-89CA-1E7403921CD7}" dt="2026-08-12T21:56:22.889" v="2951"/>
        <pc:sldMkLst>
          <pc:docMk/>
          <pc:sldMk cId="2744067534" sldId="377"/>
        </pc:sldMkLst>
      </pc:sldChg>
      <pc:sldChg chg="modSp mod modNotesTx">
        <pc:chgData name="Adrian Stark" userId="3e3e1ff4-e95d-42d2-9e6f-5f68867117bf" providerId="ADAL" clId="{8D2F4061-FBAE-4AC3-89CA-1E7403921CD7}" dt="2026-08-13T05:07:20.818" v="9712" actId="20577"/>
        <pc:sldMkLst>
          <pc:docMk/>
          <pc:sldMk cId="4162347471" sldId="396"/>
        </pc:sldMkLst>
        <pc:spChg chg="mod">
          <ac:chgData name="Adrian Stark" userId="3e3e1ff4-e95d-42d2-9e6f-5f68867117bf" providerId="ADAL" clId="{8D2F4061-FBAE-4AC3-89CA-1E7403921CD7}" dt="2026-08-12T20:59:16.435" v="137" actId="20577"/>
          <ac:spMkLst>
            <pc:docMk/>
            <pc:sldMk cId="4162347471" sldId="396"/>
            <ac:spMk id="2" creationId="{78FFE392-5910-874B-8661-FD0BB93EFA5D}"/>
          </ac:spMkLst>
        </pc:spChg>
      </pc:sldChg>
      <pc:sldChg chg="mod ord modShow">
        <pc:chgData name="Adrian Stark" userId="3e3e1ff4-e95d-42d2-9e6f-5f68867117bf" providerId="ADAL" clId="{8D2F4061-FBAE-4AC3-89CA-1E7403921CD7}" dt="2026-08-12T21:55:43.580" v="2949"/>
        <pc:sldMkLst>
          <pc:docMk/>
          <pc:sldMk cId="3192580946" sldId="397"/>
        </pc:sldMkLst>
      </pc:sldChg>
      <pc:sldChg chg="del">
        <pc:chgData name="Adrian Stark" userId="3e3e1ff4-e95d-42d2-9e6f-5f68867117bf" providerId="ADAL" clId="{8D2F4061-FBAE-4AC3-89CA-1E7403921CD7}" dt="2026-08-12T20:55:30.243" v="5" actId="2696"/>
        <pc:sldMkLst>
          <pc:docMk/>
          <pc:sldMk cId="4028670224" sldId="398"/>
        </pc:sldMkLst>
      </pc:sldChg>
      <pc:sldChg chg="addSp delSp modSp add mod modNotesTx">
        <pc:chgData name="Adrian Stark" userId="3e3e1ff4-e95d-42d2-9e6f-5f68867117bf" providerId="ADAL" clId="{8D2F4061-FBAE-4AC3-89CA-1E7403921CD7}" dt="2026-08-13T06:13:28.953" v="9752" actId="20577"/>
        <pc:sldMkLst>
          <pc:docMk/>
          <pc:sldMk cId="4266535788" sldId="398"/>
        </pc:sldMkLst>
        <pc:spChg chg="mod">
          <ac:chgData name="Adrian Stark" userId="3e3e1ff4-e95d-42d2-9e6f-5f68867117bf" providerId="ADAL" clId="{8D2F4061-FBAE-4AC3-89CA-1E7403921CD7}" dt="2026-08-12T21:10:16.291" v="164" actId="20577"/>
          <ac:spMkLst>
            <pc:docMk/>
            <pc:sldMk cId="4266535788" sldId="398"/>
            <ac:spMk id="5" creationId="{AE48B14B-7064-2D0F-C4E7-04A3C37009A8}"/>
          </ac:spMkLst>
        </pc:spChg>
        <pc:spChg chg="mod">
          <ac:chgData name="Adrian Stark" userId="3e3e1ff4-e95d-42d2-9e6f-5f68867117bf" providerId="ADAL" clId="{8D2F4061-FBAE-4AC3-89CA-1E7403921CD7}" dt="2026-08-13T04:39:09.039" v="9138" actId="27636"/>
          <ac:spMkLst>
            <pc:docMk/>
            <pc:sldMk cId="4266535788" sldId="398"/>
            <ac:spMk id="6" creationId="{8A051097-6955-08D8-DC65-A14FC60F4400}"/>
          </ac:spMkLst>
        </pc:spChg>
        <pc:spChg chg="mod">
          <ac:chgData name="Adrian Stark" userId="3e3e1ff4-e95d-42d2-9e6f-5f68867117bf" providerId="ADAL" clId="{8D2F4061-FBAE-4AC3-89CA-1E7403921CD7}" dt="2026-08-12T21:22:29.841" v="1013" actId="20577"/>
          <ac:spMkLst>
            <pc:docMk/>
            <pc:sldMk cId="4266535788" sldId="398"/>
            <ac:spMk id="7" creationId="{CFB4B4FB-7B96-3199-3763-0CF5F4E80E0C}"/>
          </ac:spMkLst>
        </pc:spChg>
        <pc:picChg chg="add del mod">
          <ac:chgData name="Adrian Stark" userId="3e3e1ff4-e95d-42d2-9e6f-5f68867117bf" providerId="ADAL" clId="{8D2F4061-FBAE-4AC3-89CA-1E7403921CD7}" dt="2026-08-12T21:24:00.624" v="1017" actId="478"/>
          <ac:picMkLst>
            <pc:docMk/>
            <pc:sldMk cId="4266535788" sldId="398"/>
            <ac:picMk id="3" creationId="{9E734C42-9DC2-A37B-3421-06B463D0B006}"/>
          </ac:picMkLst>
        </pc:picChg>
        <pc:picChg chg="add mod modCrop">
          <ac:chgData name="Adrian Stark" userId="3e3e1ff4-e95d-42d2-9e6f-5f68867117bf" providerId="ADAL" clId="{8D2F4061-FBAE-4AC3-89CA-1E7403921CD7}" dt="2026-08-13T00:24:09.546" v="6819" actId="14100"/>
          <ac:picMkLst>
            <pc:docMk/>
            <pc:sldMk cId="4266535788" sldId="398"/>
            <ac:picMk id="8" creationId="{B8CB9897-B19B-4D4F-3D59-D32342CDFBCA}"/>
          </ac:picMkLst>
        </pc:picChg>
      </pc:sldChg>
      <pc:sldChg chg="addSp delSp modSp add mod modNotesTx">
        <pc:chgData name="Adrian Stark" userId="3e3e1ff4-e95d-42d2-9e6f-5f68867117bf" providerId="ADAL" clId="{8D2F4061-FBAE-4AC3-89CA-1E7403921CD7}" dt="2026-08-13T04:56:25.263" v="9233" actId="20577"/>
        <pc:sldMkLst>
          <pc:docMk/>
          <pc:sldMk cId="2429376974" sldId="399"/>
        </pc:sldMkLst>
        <pc:spChg chg="mod">
          <ac:chgData name="Adrian Stark" userId="3e3e1ff4-e95d-42d2-9e6f-5f68867117bf" providerId="ADAL" clId="{8D2F4061-FBAE-4AC3-89CA-1E7403921CD7}" dt="2026-08-12T21:10:50.830" v="219" actId="20577"/>
          <ac:spMkLst>
            <pc:docMk/>
            <pc:sldMk cId="2429376974" sldId="399"/>
            <ac:spMk id="5" creationId="{925E185C-2FD6-C36B-DEC5-04CD16EABE46}"/>
          </ac:spMkLst>
        </pc:spChg>
        <pc:spChg chg="mod">
          <ac:chgData name="Adrian Stark" userId="3e3e1ff4-e95d-42d2-9e6f-5f68867117bf" providerId="ADAL" clId="{8D2F4061-FBAE-4AC3-89CA-1E7403921CD7}" dt="2026-08-13T00:36:21.233" v="7248" actId="14100"/>
          <ac:spMkLst>
            <pc:docMk/>
            <pc:sldMk cId="2429376974" sldId="399"/>
            <ac:spMk id="6" creationId="{F92F104C-346A-C9C6-30DB-8174D259DED9}"/>
          </ac:spMkLst>
        </pc:spChg>
        <pc:spChg chg="add del mod">
          <ac:chgData name="Adrian Stark" userId="3e3e1ff4-e95d-42d2-9e6f-5f68867117bf" providerId="ADAL" clId="{8D2F4061-FBAE-4AC3-89CA-1E7403921CD7}" dt="2026-08-12T23:09:19.152" v="5253" actId="20577"/>
          <ac:spMkLst>
            <pc:docMk/>
            <pc:sldMk cId="2429376974" sldId="399"/>
            <ac:spMk id="7" creationId="{9FFC4EEA-246E-CC36-29D3-DA545EC49FF7}"/>
          </ac:spMkLst>
        </pc:spChg>
        <pc:picChg chg="add mod modCrop">
          <ac:chgData name="Adrian Stark" userId="3e3e1ff4-e95d-42d2-9e6f-5f68867117bf" providerId="ADAL" clId="{8D2F4061-FBAE-4AC3-89CA-1E7403921CD7}" dt="2026-08-13T00:36:25.405" v="7250" actId="1076"/>
          <ac:picMkLst>
            <pc:docMk/>
            <pc:sldMk cId="2429376974" sldId="399"/>
            <ac:picMk id="2" creationId="{6A656439-1DF1-C9A1-9E53-58E3EBAE0FB3}"/>
          </ac:picMkLst>
        </pc:picChg>
      </pc:sldChg>
      <pc:sldChg chg="addSp delSp modSp add mod modNotesTx">
        <pc:chgData name="Adrian Stark" userId="3e3e1ff4-e95d-42d2-9e6f-5f68867117bf" providerId="ADAL" clId="{8D2F4061-FBAE-4AC3-89CA-1E7403921CD7}" dt="2026-08-13T06:15:20.001" v="9764" actId="20577"/>
        <pc:sldMkLst>
          <pc:docMk/>
          <pc:sldMk cId="934102064" sldId="400"/>
        </pc:sldMkLst>
        <pc:spChg chg="mod">
          <ac:chgData name="Adrian Stark" userId="3e3e1ff4-e95d-42d2-9e6f-5f68867117bf" providerId="ADAL" clId="{8D2F4061-FBAE-4AC3-89CA-1E7403921CD7}" dt="2026-08-12T23:57:52.139" v="6306" actId="20577"/>
          <ac:spMkLst>
            <pc:docMk/>
            <pc:sldMk cId="934102064" sldId="400"/>
            <ac:spMk id="5" creationId="{1ADADA34-03A3-CAD3-BE0C-AA2C5CB3285B}"/>
          </ac:spMkLst>
        </pc:spChg>
        <pc:spChg chg="mod">
          <ac:chgData name="Adrian Stark" userId="3e3e1ff4-e95d-42d2-9e6f-5f68867117bf" providerId="ADAL" clId="{8D2F4061-FBAE-4AC3-89CA-1E7403921CD7}" dt="2026-08-13T05:06:14.647" v="9570" actId="20577"/>
          <ac:spMkLst>
            <pc:docMk/>
            <pc:sldMk cId="934102064" sldId="400"/>
            <ac:spMk id="6" creationId="{65E9FA05-5E14-E293-98EC-0CE4106374E1}"/>
          </ac:spMkLst>
        </pc:spChg>
        <pc:spChg chg="del mod">
          <ac:chgData name="Adrian Stark" userId="3e3e1ff4-e95d-42d2-9e6f-5f68867117bf" providerId="ADAL" clId="{8D2F4061-FBAE-4AC3-89CA-1E7403921CD7}" dt="2026-08-12T22:14:22.793" v="3960" actId="478"/>
          <ac:spMkLst>
            <pc:docMk/>
            <pc:sldMk cId="934102064" sldId="400"/>
            <ac:spMk id="7" creationId="{E9F6948A-513B-3495-4630-77842870C65D}"/>
          </ac:spMkLst>
        </pc:spChg>
        <pc:picChg chg="add del mod">
          <ac:chgData name="Adrian Stark" userId="3e3e1ff4-e95d-42d2-9e6f-5f68867117bf" providerId="ADAL" clId="{8D2F4061-FBAE-4AC3-89CA-1E7403921CD7}" dt="2026-08-12T22:22:03.620" v="4187" actId="478"/>
          <ac:picMkLst>
            <pc:docMk/>
            <pc:sldMk cId="934102064" sldId="400"/>
            <ac:picMk id="3" creationId="{8A5D78CE-978B-ED9A-24EF-6D382ADF3487}"/>
          </ac:picMkLst>
        </pc:picChg>
        <pc:picChg chg="add del mod">
          <ac:chgData name="Adrian Stark" userId="3e3e1ff4-e95d-42d2-9e6f-5f68867117bf" providerId="ADAL" clId="{8D2F4061-FBAE-4AC3-89CA-1E7403921CD7}" dt="2026-08-12T22:22:13.641" v="4193" actId="478"/>
          <ac:picMkLst>
            <pc:docMk/>
            <pc:sldMk cId="934102064" sldId="400"/>
            <ac:picMk id="8" creationId="{C02ADFC7-7EB3-3F8D-06C8-7F77CB650B3F}"/>
          </ac:picMkLst>
        </pc:picChg>
        <pc:picChg chg="add del mod">
          <ac:chgData name="Adrian Stark" userId="3e3e1ff4-e95d-42d2-9e6f-5f68867117bf" providerId="ADAL" clId="{8D2F4061-FBAE-4AC3-89CA-1E7403921CD7}" dt="2026-08-12T22:23:39.050" v="4198" actId="478"/>
          <ac:picMkLst>
            <pc:docMk/>
            <pc:sldMk cId="934102064" sldId="400"/>
            <ac:picMk id="10" creationId="{FFC2D2D4-FB89-27FA-C2E7-4852EF903C87}"/>
          </ac:picMkLst>
        </pc:picChg>
        <pc:picChg chg="add mod">
          <ac:chgData name="Adrian Stark" userId="3e3e1ff4-e95d-42d2-9e6f-5f68867117bf" providerId="ADAL" clId="{8D2F4061-FBAE-4AC3-89CA-1E7403921CD7}" dt="2026-08-13T00:24:52.318" v="6826" actId="14100"/>
          <ac:picMkLst>
            <pc:docMk/>
            <pc:sldMk cId="934102064" sldId="400"/>
            <ac:picMk id="12" creationId="{0835D5CB-7243-6265-ED25-47FB8D097F1A}"/>
          </ac:picMkLst>
        </pc:picChg>
      </pc:sldChg>
      <pc:sldChg chg="delSp modSp add mod">
        <pc:chgData name="Adrian Stark" userId="3e3e1ff4-e95d-42d2-9e6f-5f68867117bf" providerId="ADAL" clId="{8D2F4061-FBAE-4AC3-89CA-1E7403921CD7}" dt="2026-08-12T23:09:43.058" v="5256" actId="255"/>
        <pc:sldMkLst>
          <pc:docMk/>
          <pc:sldMk cId="2289698493" sldId="401"/>
        </pc:sldMkLst>
        <pc:spChg chg="mod">
          <ac:chgData name="Adrian Stark" userId="3e3e1ff4-e95d-42d2-9e6f-5f68867117bf" providerId="ADAL" clId="{8D2F4061-FBAE-4AC3-89CA-1E7403921CD7}" dt="2026-08-12T21:13:19.277" v="412" actId="20577"/>
          <ac:spMkLst>
            <pc:docMk/>
            <pc:sldMk cId="2289698493" sldId="401"/>
            <ac:spMk id="5" creationId="{076C3F8F-2226-F93F-63CF-E427A3A15C1B}"/>
          </ac:spMkLst>
        </pc:spChg>
        <pc:spChg chg="mod">
          <ac:chgData name="Adrian Stark" userId="3e3e1ff4-e95d-42d2-9e6f-5f68867117bf" providerId="ADAL" clId="{8D2F4061-FBAE-4AC3-89CA-1E7403921CD7}" dt="2026-08-12T23:09:43.058" v="5256" actId="255"/>
          <ac:spMkLst>
            <pc:docMk/>
            <pc:sldMk cId="2289698493" sldId="401"/>
            <ac:spMk id="6" creationId="{957A6A95-225A-4C67-0ABE-40480C52457E}"/>
          </ac:spMkLst>
        </pc:spChg>
        <pc:spChg chg="del">
          <ac:chgData name="Adrian Stark" userId="3e3e1ff4-e95d-42d2-9e6f-5f68867117bf" providerId="ADAL" clId="{8D2F4061-FBAE-4AC3-89CA-1E7403921CD7}" dt="2026-08-12T22:26:31.825" v="4361" actId="478"/>
          <ac:spMkLst>
            <pc:docMk/>
            <pc:sldMk cId="2289698493" sldId="401"/>
            <ac:spMk id="7" creationId="{F9A6DDB6-E947-968C-8696-C9B5A0EB33F0}"/>
          </ac:spMkLst>
        </pc:spChg>
      </pc:sldChg>
      <pc:sldChg chg="delSp modSp add mod modNotesTx">
        <pc:chgData name="Adrian Stark" userId="3e3e1ff4-e95d-42d2-9e6f-5f68867117bf" providerId="ADAL" clId="{8D2F4061-FBAE-4AC3-89CA-1E7403921CD7}" dt="2026-08-13T05:00:10.727" v="9246" actId="20577"/>
        <pc:sldMkLst>
          <pc:docMk/>
          <pc:sldMk cId="826974413" sldId="402"/>
        </pc:sldMkLst>
        <pc:spChg chg="mod">
          <ac:chgData name="Adrian Stark" userId="3e3e1ff4-e95d-42d2-9e6f-5f68867117bf" providerId="ADAL" clId="{8D2F4061-FBAE-4AC3-89CA-1E7403921CD7}" dt="2026-08-12T21:14:06.464" v="430" actId="20577"/>
          <ac:spMkLst>
            <pc:docMk/>
            <pc:sldMk cId="826974413" sldId="402"/>
            <ac:spMk id="5" creationId="{3617E09A-7BCF-BB80-760A-2448AB32FD55}"/>
          </ac:spMkLst>
        </pc:spChg>
        <pc:spChg chg="mod">
          <ac:chgData name="Adrian Stark" userId="3e3e1ff4-e95d-42d2-9e6f-5f68867117bf" providerId="ADAL" clId="{8D2F4061-FBAE-4AC3-89CA-1E7403921CD7}" dt="2026-08-13T05:00:10.727" v="9246" actId="20577"/>
          <ac:spMkLst>
            <pc:docMk/>
            <pc:sldMk cId="826974413" sldId="402"/>
            <ac:spMk id="6" creationId="{ECBBB4C5-6283-6DFD-7D90-2732D628E796}"/>
          </ac:spMkLst>
        </pc:spChg>
        <pc:spChg chg="del">
          <ac:chgData name="Adrian Stark" userId="3e3e1ff4-e95d-42d2-9e6f-5f68867117bf" providerId="ADAL" clId="{8D2F4061-FBAE-4AC3-89CA-1E7403921CD7}" dt="2026-08-12T22:57:05.767" v="5145" actId="478"/>
          <ac:spMkLst>
            <pc:docMk/>
            <pc:sldMk cId="826974413" sldId="402"/>
            <ac:spMk id="7" creationId="{849E92E2-4406-5847-C508-4699502736AE}"/>
          </ac:spMkLst>
        </pc:spChg>
      </pc:sldChg>
      <pc:sldChg chg="delSp modSp add mod">
        <pc:chgData name="Adrian Stark" userId="3e3e1ff4-e95d-42d2-9e6f-5f68867117bf" providerId="ADAL" clId="{8D2F4061-FBAE-4AC3-89CA-1E7403921CD7}" dt="2026-08-13T00:27:47.055" v="6877" actId="20577"/>
        <pc:sldMkLst>
          <pc:docMk/>
          <pc:sldMk cId="1897282475" sldId="403"/>
        </pc:sldMkLst>
        <pc:spChg chg="mod">
          <ac:chgData name="Adrian Stark" userId="3e3e1ff4-e95d-42d2-9e6f-5f68867117bf" providerId="ADAL" clId="{8D2F4061-FBAE-4AC3-89CA-1E7403921CD7}" dt="2026-08-12T21:15:39.542" v="598" actId="20577"/>
          <ac:spMkLst>
            <pc:docMk/>
            <pc:sldMk cId="1897282475" sldId="403"/>
            <ac:spMk id="5" creationId="{4BB92610-7F45-7391-EFF8-83DC8EC942A6}"/>
          </ac:spMkLst>
        </pc:spChg>
        <pc:spChg chg="mod">
          <ac:chgData name="Adrian Stark" userId="3e3e1ff4-e95d-42d2-9e6f-5f68867117bf" providerId="ADAL" clId="{8D2F4061-FBAE-4AC3-89CA-1E7403921CD7}" dt="2026-08-13T00:27:47.055" v="6877" actId="20577"/>
          <ac:spMkLst>
            <pc:docMk/>
            <pc:sldMk cId="1897282475" sldId="403"/>
            <ac:spMk id="6" creationId="{C33DF3CF-F963-519C-3025-C2CE11B2F9C9}"/>
          </ac:spMkLst>
        </pc:spChg>
        <pc:spChg chg="del">
          <ac:chgData name="Adrian Stark" userId="3e3e1ff4-e95d-42d2-9e6f-5f68867117bf" providerId="ADAL" clId="{8D2F4061-FBAE-4AC3-89CA-1E7403921CD7}" dt="2026-08-12T23:13:03.531" v="5420" actId="478"/>
          <ac:spMkLst>
            <pc:docMk/>
            <pc:sldMk cId="1897282475" sldId="403"/>
            <ac:spMk id="7" creationId="{2B762EC6-30D4-EB20-7EC6-2DDEB0421E7F}"/>
          </ac:spMkLst>
        </pc:spChg>
      </pc:sldChg>
      <pc:sldChg chg="addSp delSp modSp add mod ord">
        <pc:chgData name="Adrian Stark" userId="3e3e1ff4-e95d-42d2-9e6f-5f68867117bf" providerId="ADAL" clId="{8D2F4061-FBAE-4AC3-89CA-1E7403921CD7}" dt="2026-08-12T23:34:04.614" v="5717" actId="1076"/>
        <pc:sldMkLst>
          <pc:docMk/>
          <pc:sldMk cId="3303449865" sldId="404"/>
        </pc:sldMkLst>
        <pc:spChg chg="mod">
          <ac:chgData name="Adrian Stark" userId="3e3e1ff4-e95d-42d2-9e6f-5f68867117bf" providerId="ADAL" clId="{8D2F4061-FBAE-4AC3-89CA-1E7403921CD7}" dt="2026-08-12T23:12:11.194" v="5407" actId="20577"/>
          <ac:spMkLst>
            <pc:docMk/>
            <pc:sldMk cId="3303449865" sldId="404"/>
            <ac:spMk id="5" creationId="{C9E6D97C-804B-6D11-2E21-2CC7BC660D71}"/>
          </ac:spMkLst>
        </pc:spChg>
        <pc:spChg chg="del mod">
          <ac:chgData name="Adrian Stark" userId="3e3e1ff4-e95d-42d2-9e6f-5f68867117bf" providerId="ADAL" clId="{8D2F4061-FBAE-4AC3-89CA-1E7403921CD7}" dt="2026-08-12T23:33:34.560" v="5708" actId="22"/>
          <ac:spMkLst>
            <pc:docMk/>
            <pc:sldMk cId="3303449865" sldId="404"/>
            <ac:spMk id="6" creationId="{2F555634-0E35-D3BD-23AA-EE56A1EAA7B7}"/>
          </ac:spMkLst>
        </pc:spChg>
        <pc:spChg chg="mod">
          <ac:chgData name="Adrian Stark" userId="3e3e1ff4-e95d-42d2-9e6f-5f68867117bf" providerId="ADAL" clId="{8D2F4061-FBAE-4AC3-89CA-1E7403921CD7}" dt="2026-08-12T23:12:20.440" v="5412" actId="20577"/>
          <ac:spMkLst>
            <pc:docMk/>
            <pc:sldMk cId="3303449865" sldId="404"/>
            <ac:spMk id="7" creationId="{FBD90872-7B11-80A1-852F-308FB6B81E13}"/>
          </ac:spMkLst>
        </pc:spChg>
        <pc:picChg chg="add mod ord modCrop">
          <ac:chgData name="Adrian Stark" userId="3e3e1ff4-e95d-42d2-9e6f-5f68867117bf" providerId="ADAL" clId="{8D2F4061-FBAE-4AC3-89CA-1E7403921CD7}" dt="2026-08-12T23:34:04.614" v="5717" actId="1076"/>
          <ac:picMkLst>
            <pc:docMk/>
            <pc:sldMk cId="3303449865" sldId="404"/>
            <ac:picMk id="3" creationId="{1F2D88E4-AE79-2C2B-6E8B-C5CE60F1041D}"/>
          </ac:picMkLst>
        </pc:picChg>
      </pc:sldChg>
      <pc:sldChg chg="addSp delSp modSp add mod ord">
        <pc:chgData name="Adrian Stark" userId="3e3e1ff4-e95d-42d2-9e6f-5f68867117bf" providerId="ADAL" clId="{8D2F4061-FBAE-4AC3-89CA-1E7403921CD7}" dt="2026-08-12T23:27:40.082" v="5623" actId="1076"/>
        <pc:sldMkLst>
          <pc:docMk/>
          <pc:sldMk cId="2870793837" sldId="405"/>
        </pc:sldMkLst>
        <pc:spChg chg="del">
          <ac:chgData name="Adrian Stark" userId="3e3e1ff4-e95d-42d2-9e6f-5f68867117bf" providerId="ADAL" clId="{8D2F4061-FBAE-4AC3-89CA-1E7403921CD7}" dt="2026-08-12T23:27:08.242" v="5617" actId="22"/>
          <ac:spMkLst>
            <pc:docMk/>
            <pc:sldMk cId="2870793837" sldId="405"/>
            <ac:spMk id="6" creationId="{04B5FD86-3C45-68AB-A716-58A375FAAD6C}"/>
          </ac:spMkLst>
        </pc:spChg>
        <pc:spChg chg="mod">
          <ac:chgData name="Adrian Stark" userId="3e3e1ff4-e95d-42d2-9e6f-5f68867117bf" providerId="ADAL" clId="{8D2F4061-FBAE-4AC3-89CA-1E7403921CD7}" dt="2026-08-12T23:12:34.352" v="5419" actId="20577"/>
          <ac:spMkLst>
            <pc:docMk/>
            <pc:sldMk cId="2870793837" sldId="405"/>
            <ac:spMk id="7" creationId="{0A2C7A05-DA4F-114F-50F2-181C3E81E0EC}"/>
          </ac:spMkLst>
        </pc:spChg>
        <pc:picChg chg="add mod ord modCrop">
          <ac:chgData name="Adrian Stark" userId="3e3e1ff4-e95d-42d2-9e6f-5f68867117bf" providerId="ADAL" clId="{8D2F4061-FBAE-4AC3-89CA-1E7403921CD7}" dt="2026-08-12T23:27:40.082" v="5623" actId="1076"/>
          <ac:picMkLst>
            <pc:docMk/>
            <pc:sldMk cId="2870793837" sldId="405"/>
            <ac:picMk id="3" creationId="{8E9CE112-32D4-F9CF-3C22-70FB9021B6CB}"/>
          </ac:picMkLst>
        </pc:picChg>
      </pc:sldChg>
      <pc:sldChg chg="addSp delSp modSp add mod">
        <pc:chgData name="Adrian Stark" userId="3e3e1ff4-e95d-42d2-9e6f-5f68867117bf" providerId="ADAL" clId="{8D2F4061-FBAE-4AC3-89CA-1E7403921CD7}" dt="2026-08-12T23:35:51.334" v="5737" actId="1076"/>
        <pc:sldMkLst>
          <pc:docMk/>
          <pc:sldMk cId="616409403" sldId="406"/>
        </pc:sldMkLst>
        <pc:spChg chg="del">
          <ac:chgData name="Adrian Stark" userId="3e3e1ff4-e95d-42d2-9e6f-5f68867117bf" providerId="ADAL" clId="{8D2F4061-FBAE-4AC3-89CA-1E7403921CD7}" dt="2026-08-12T23:35:30.031" v="5731" actId="22"/>
          <ac:spMkLst>
            <pc:docMk/>
            <pc:sldMk cId="616409403" sldId="406"/>
            <ac:spMk id="6" creationId="{362308BD-4706-891D-3832-263217FB8997}"/>
          </ac:spMkLst>
        </pc:spChg>
        <pc:picChg chg="add mod ord modCrop">
          <ac:chgData name="Adrian Stark" userId="3e3e1ff4-e95d-42d2-9e6f-5f68867117bf" providerId="ADAL" clId="{8D2F4061-FBAE-4AC3-89CA-1E7403921CD7}" dt="2026-08-12T23:35:51.334" v="5737" actId="1076"/>
          <ac:picMkLst>
            <pc:docMk/>
            <pc:sldMk cId="616409403" sldId="406"/>
            <ac:picMk id="3" creationId="{4329CDF8-4E4E-8A48-A923-BC4CC3827501}"/>
          </ac:picMkLst>
        </pc:picChg>
      </pc:sldChg>
      <pc:sldChg chg="modSp add mod modShow">
        <pc:chgData name="Adrian Stark" userId="3e3e1ff4-e95d-42d2-9e6f-5f68867117bf" providerId="ADAL" clId="{8D2F4061-FBAE-4AC3-89CA-1E7403921CD7}" dt="2026-08-12T23:24:04.406" v="5616" actId="729"/>
        <pc:sldMkLst>
          <pc:docMk/>
          <pc:sldMk cId="4159860484" sldId="407"/>
        </pc:sldMkLst>
        <pc:spChg chg="mod">
          <ac:chgData name="Adrian Stark" userId="3e3e1ff4-e95d-42d2-9e6f-5f68867117bf" providerId="ADAL" clId="{8D2F4061-FBAE-4AC3-89CA-1E7403921CD7}" dt="2026-08-12T23:23:34.333" v="5615" actId="20577"/>
          <ac:spMkLst>
            <pc:docMk/>
            <pc:sldMk cId="4159860484" sldId="407"/>
            <ac:spMk id="7" creationId="{E7DA076B-F6A9-2166-E266-E9661E93E6C8}"/>
          </ac:spMkLst>
        </pc:spChg>
      </pc:sldChg>
      <pc:sldChg chg="addSp delSp modSp add mod ord modShow modNotesTx">
        <pc:chgData name="Adrian Stark" userId="3e3e1ff4-e95d-42d2-9e6f-5f68867117bf" providerId="ADAL" clId="{8D2F4061-FBAE-4AC3-89CA-1E7403921CD7}" dt="2026-08-13T05:04:20.190" v="9249" actId="34476"/>
        <pc:sldMkLst>
          <pc:docMk/>
          <pc:sldMk cId="3156506319" sldId="408"/>
        </pc:sldMkLst>
        <pc:spChg chg="mod">
          <ac:chgData name="Adrian Stark" userId="3e3e1ff4-e95d-42d2-9e6f-5f68867117bf" providerId="ADAL" clId="{8D2F4061-FBAE-4AC3-89CA-1E7403921CD7}" dt="2026-08-13T04:08:09.640" v="8816" actId="20577"/>
          <ac:spMkLst>
            <pc:docMk/>
            <pc:sldMk cId="3156506319" sldId="408"/>
            <ac:spMk id="6" creationId="{BCB04AA9-244F-ED27-6625-23C01EF803A1}"/>
          </ac:spMkLst>
        </pc:spChg>
        <pc:picChg chg="add del mod">
          <ac:chgData name="Adrian Stark" userId="3e3e1ff4-e95d-42d2-9e6f-5f68867117bf" providerId="ADAL" clId="{8D2F4061-FBAE-4AC3-89CA-1E7403921CD7}" dt="2026-08-13T03:53:56.801" v="8102" actId="478"/>
          <ac:picMkLst>
            <pc:docMk/>
            <pc:sldMk cId="3156506319" sldId="408"/>
            <ac:picMk id="3" creationId="{5715D1C5-C951-ECED-F774-717197B6C6DC}"/>
          </ac:picMkLst>
        </pc:picChg>
        <pc:picChg chg="add mod modCrop">
          <ac:chgData name="Adrian Stark" userId="3e3e1ff4-e95d-42d2-9e6f-5f68867117bf" providerId="ADAL" clId="{8D2F4061-FBAE-4AC3-89CA-1E7403921CD7}" dt="2026-08-13T04:06:56.432" v="8806" actId="1076"/>
          <ac:picMkLst>
            <pc:docMk/>
            <pc:sldMk cId="3156506319" sldId="408"/>
            <ac:picMk id="7" creationId="{B8C17DB8-771A-F4F6-7400-0E12B13B5891}"/>
          </ac:picMkLst>
        </pc:picChg>
        <pc:picChg chg="del">
          <ac:chgData name="Adrian Stark" userId="3e3e1ff4-e95d-42d2-9e6f-5f68867117bf" providerId="ADAL" clId="{8D2F4061-FBAE-4AC3-89CA-1E7403921CD7}" dt="2026-08-13T03:53:31.906" v="8096" actId="478"/>
          <ac:picMkLst>
            <pc:docMk/>
            <pc:sldMk cId="3156506319" sldId="408"/>
            <ac:picMk id="12" creationId="{496605A6-8C57-12A1-3872-94A9CBE297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Good morning and Adrian Stark.</a:t>
            </a:r>
            <a:br>
              <a:rPr lang="en-GB" b="0" i="0" dirty="0">
                <a:latin typeface="Trebuchet MS" panose="020B0703020202090204" pitchFamily="34" charset="0"/>
              </a:rPr>
            </a:br>
            <a:r>
              <a:rPr lang="en-GB" b="0" i="0" dirty="0">
                <a:latin typeface="Trebuchet MS" panose="020B0703020202090204" pitchFamily="34" charset="0"/>
              </a:rPr>
              <a:t>A progress presentation on my final-year project…</a:t>
            </a:r>
          </a:p>
          <a:p>
            <a:r>
              <a:rPr lang="en-GB" b="0" i="0" dirty="0">
                <a:latin typeface="Trebuchet MS" panose="020B0703020202090204" pitchFamily="34" charset="0"/>
              </a:rPr>
              <a:t>Traditional cooperative collision avoidance systems are reactive.</a:t>
            </a:r>
            <a:br>
              <a:rPr lang="en-GB" b="0" i="0" dirty="0">
                <a:latin typeface="Trebuchet MS" panose="020B0703020202090204" pitchFamily="34" charset="0"/>
              </a:rPr>
            </a:br>
            <a:r>
              <a:rPr lang="en-GB" b="0" i="0" dirty="0">
                <a:latin typeface="Trebuchet MS" panose="020B0703020202090204" pitchFamily="34" charset="0"/>
              </a:rPr>
              <a:t>Typically results in follow-on accidents due to the avoiding actions.</a:t>
            </a:r>
          </a:p>
          <a:p>
            <a:endParaRPr lang="en-GB" b="0" i="0" dirty="0">
              <a:latin typeface="Trebuchet MS" panose="020B0703020202090204" pitchFamily="34" charset="0"/>
            </a:endParaRPr>
          </a:p>
          <a:p>
            <a:r>
              <a:rPr lang="en-GB" b="0" i="0" dirty="0">
                <a:latin typeface="Trebuchet MS" panose="020B0703020202090204" pitchFamily="34" charset="0"/>
              </a:rPr>
              <a:t>So we need predictive avoidance and that is what this project is trying to create.</a:t>
            </a:r>
          </a:p>
          <a:p>
            <a:endParaRPr lang="en-GB" b="0" dirty="0">
              <a:latin typeface="Raleway" panose="020B0003030101060003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45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Broken up into 3 parts.</a:t>
            </a:r>
          </a:p>
          <a:p>
            <a:endParaRPr lang="en-ZA" dirty="0"/>
          </a:p>
          <a:p>
            <a:r>
              <a:rPr lang="en-ZA" dirty="0"/>
              <a:t>Route planner:</a:t>
            </a:r>
          </a:p>
          <a:p>
            <a:pPr marL="171450" indent="-171450">
              <a:buFontTx/>
              <a:buChar char="-"/>
            </a:pPr>
            <a:r>
              <a:rPr lang="en-ZA" dirty="0"/>
              <a:t>Considers pose and vehicle dynamics to generate paths</a:t>
            </a:r>
          </a:p>
          <a:p>
            <a:pPr marL="0" indent="0">
              <a:buFontTx/>
              <a:buNone/>
            </a:pPr>
            <a:endParaRPr lang="en-ZA" dirty="0"/>
          </a:p>
          <a:p>
            <a:pPr marL="0" indent="0">
              <a:buFontTx/>
              <a:buNone/>
            </a:pPr>
            <a:r>
              <a:rPr lang="en-ZA" dirty="0"/>
              <a:t>Model and test system in MATLAB.</a:t>
            </a:r>
          </a:p>
          <a:p>
            <a:pPr marL="0" indent="0">
              <a:buFontTx/>
              <a:buNone/>
            </a:pPr>
            <a:endParaRPr lang="en-ZA" dirty="0"/>
          </a:p>
          <a:p>
            <a:pPr marL="0" indent="0">
              <a:buFontTx/>
              <a:buNone/>
            </a:pPr>
            <a:r>
              <a:rPr lang="en-ZA" dirty="0"/>
              <a:t>Demonstrate it.</a:t>
            </a:r>
          </a:p>
          <a:p>
            <a:pPr marL="0" indent="0">
              <a:buFontTx/>
              <a:buNone/>
            </a:pPr>
            <a:endParaRPr lang="en-ZA" dirty="0"/>
          </a:p>
          <a:p>
            <a:pPr marL="0" indent="0">
              <a:buFontTx/>
              <a:buNone/>
            </a:pPr>
            <a:r>
              <a:rPr lang="en-ZA" dirty="0"/>
              <a:t>Constraints:</a:t>
            </a:r>
          </a:p>
          <a:p>
            <a:pPr marL="0" indent="0">
              <a:buFontTx/>
              <a:buNone/>
            </a:pPr>
            <a:r>
              <a:rPr lang="en-ZA" dirty="0"/>
              <a:t>- Computation doesn’t happen onboard robot.</a:t>
            </a:r>
          </a:p>
          <a:p>
            <a:pPr marL="171450" indent="-171450">
              <a:buFontTx/>
              <a:buChar char="-"/>
            </a:pPr>
            <a:r>
              <a:rPr lang="en-ZA" dirty="0"/>
              <a:t>Horizontal plane and moving forward.</a:t>
            </a:r>
          </a:p>
          <a:p>
            <a:pPr marL="171450" indent="-171450">
              <a:buFontTx/>
              <a:buChar char="-"/>
            </a:pPr>
            <a:r>
              <a:rPr lang="en-ZA" dirty="0"/>
              <a:t>Paths to area and outside are not concerned.</a:t>
            </a:r>
          </a:p>
          <a:p>
            <a:pPr marL="171450" indent="-171450">
              <a:buFontTx/>
              <a:buChar char="-"/>
            </a:pPr>
            <a:r>
              <a:rPr lang="en-ZA" dirty="0"/>
              <a:t>NO OBSTACLES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5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ZA" dirty="0"/>
              <a:t>ARTIFICIAL POTENTIAL FIELDS and RECIPROCAL VELOCITY OBSTACLES but quickly found out that they were too complex.</a:t>
            </a:r>
          </a:p>
          <a:p>
            <a:pPr marL="228600" indent="-228600">
              <a:buAutoNum type="arabicPeriod"/>
            </a:pPr>
            <a:endParaRPr lang="en-ZA" dirty="0"/>
          </a:p>
          <a:p>
            <a:pPr marL="228600" indent="-228600">
              <a:buAutoNum type="arabicPeriod"/>
            </a:pPr>
            <a:r>
              <a:rPr lang="en-ZA" dirty="0"/>
              <a:t>Prioritised searches: LIMITED with no easy priority. </a:t>
            </a:r>
            <a:br>
              <a:rPr lang="en-ZA" dirty="0"/>
            </a:br>
            <a:r>
              <a:rPr lang="en-ZA" dirty="0"/>
              <a:t>RRT: complex paths that are difficult to control</a:t>
            </a:r>
          </a:p>
          <a:p>
            <a:endParaRPr lang="en-ZA" dirty="0"/>
          </a:p>
          <a:p>
            <a:r>
              <a:rPr lang="en-ZA" dirty="0"/>
              <a:t>2. 4-connected grid: INEFFECIENCIES.</a:t>
            </a:r>
          </a:p>
          <a:p>
            <a:endParaRPr lang="en-ZA" dirty="0"/>
          </a:p>
          <a:p>
            <a:r>
              <a:rPr lang="en-ZA" dirty="0"/>
              <a:t>3. Instead of 3 branches per node, it creates 9.</a:t>
            </a:r>
          </a:p>
          <a:p>
            <a:r>
              <a:rPr lang="en-ZA" dirty="0"/>
              <a:t>Choses shortest sum of all paths.</a:t>
            </a:r>
          </a:p>
          <a:p>
            <a:endParaRPr lang="en-ZA" dirty="0"/>
          </a:p>
          <a:p>
            <a:r>
              <a:rPr lang="en-ZA" dirty="0"/>
              <a:t>4. Not Manhattan as it can result in being left on the edge facing the wrong way.</a:t>
            </a:r>
          </a:p>
          <a:p>
            <a:endParaRPr lang="en-ZA" dirty="0"/>
          </a:p>
          <a:p>
            <a:r>
              <a:rPr lang="en-ZA" dirty="0"/>
              <a:t>5. Drops routes much longer than budget, and tests moves for each robot first and if negative, doesn’t test them again. Very important for a 9 branch tree.</a:t>
            </a:r>
          </a:p>
          <a:p>
            <a:endParaRPr lang="en-ZA" dirty="0"/>
          </a:p>
          <a:p>
            <a:r>
              <a:rPr lang="en-ZA" dirty="0"/>
              <a:t>6. Minimum safe distance allows of inaccuracies in the vehicles following of the path.</a:t>
            </a:r>
          </a:p>
          <a:p>
            <a:endParaRPr lang="en-ZA" dirty="0"/>
          </a:p>
          <a:p>
            <a:r>
              <a:rPr lang="en-ZA" dirty="0"/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42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Cost.</a:t>
            </a:r>
          </a:p>
          <a:p>
            <a:r>
              <a:rPr lang="en-ZA" dirty="0"/>
              <a:t>Bluetooth commands and wheel encoders for speed controllers.</a:t>
            </a:r>
          </a:p>
          <a:p>
            <a:r>
              <a:rPr lang="en-ZA" dirty="0"/>
              <a:t>ArUco:</a:t>
            </a:r>
          </a:p>
          <a:p>
            <a:pPr marL="171450" indent="-171450">
              <a:buFontTx/>
              <a:buChar char="-"/>
            </a:pPr>
            <a:r>
              <a:rPr lang="en-ZA" dirty="0"/>
              <a:t>Accurate if size right</a:t>
            </a:r>
          </a:p>
          <a:p>
            <a:pPr marL="171450" indent="-171450">
              <a:buFontTx/>
              <a:buChar char="-"/>
            </a:pPr>
            <a:r>
              <a:rPr lang="en-ZA" dirty="0"/>
              <a:t>Support</a:t>
            </a:r>
          </a:p>
          <a:p>
            <a:pPr marL="171450" indent="-171450">
              <a:buFontTx/>
              <a:buChar char="-"/>
            </a:pPr>
            <a:r>
              <a:rPr lang="en-ZA" dirty="0"/>
              <a:t>Large FOV camera</a:t>
            </a:r>
          </a:p>
          <a:p>
            <a:pPr marL="171450" indent="-171450">
              <a:buFontTx/>
              <a:buChar char="-"/>
            </a:pPr>
            <a:r>
              <a:rPr lang="en-ZA" dirty="0"/>
              <a:t>INSTEAD OF MOTION CAPTURE</a:t>
            </a:r>
          </a:p>
          <a:p>
            <a:pPr marL="0" indent="0">
              <a:buFontTx/>
              <a:buNone/>
            </a:pPr>
            <a:endParaRPr lang="en-ZA" dirty="0"/>
          </a:p>
          <a:p>
            <a:pPr marL="0" indent="0">
              <a:buFontTx/>
              <a:buNone/>
            </a:pPr>
            <a:r>
              <a:rPr lang="en-ZA" dirty="0"/>
              <a:t>Laptop:</a:t>
            </a:r>
            <a:br>
              <a:rPr lang="en-ZA" dirty="0"/>
            </a:br>
            <a:r>
              <a:rPr lang="en-ZA" dirty="0"/>
              <a:t>- Calculate paths</a:t>
            </a:r>
          </a:p>
          <a:p>
            <a:pPr marL="0" indent="0">
              <a:buFontTx/>
              <a:buNone/>
            </a:pPr>
            <a:r>
              <a:rPr lang="en-ZA" dirty="0"/>
              <a:t>- Send necessary commands in the form of voltages or omegas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5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No data on low cost motors.</a:t>
            </a:r>
            <a:br>
              <a:rPr lang="en-ZA" dirty="0"/>
            </a:br>
            <a:r>
              <a:rPr lang="en-ZA" dirty="0"/>
              <a:t>Needed to test to get armature resistance and the motor constants.</a:t>
            </a:r>
            <a:br>
              <a:rPr lang="en-ZA" dirty="0"/>
            </a:br>
            <a:r>
              <a:rPr lang="en-ZA" dirty="0"/>
              <a:t>Needed for dynamic modelling.</a:t>
            </a:r>
            <a:br>
              <a:rPr lang="en-ZA" dirty="0"/>
            </a:br>
            <a:br>
              <a:rPr lang="en-ZA" dirty="0"/>
            </a:br>
            <a:r>
              <a:rPr lang="en-ZA" dirty="0"/>
              <a:t>Forward, left and right only so no-slip can be assumed.</a:t>
            </a:r>
            <a:br>
              <a:rPr lang="en-ZA" dirty="0"/>
            </a:br>
            <a:r>
              <a:rPr lang="en-ZA" dirty="0"/>
              <a:t>Lumped mass model with an effective moment of inertia and viscous damping.</a:t>
            </a:r>
            <a:br>
              <a:rPr lang="en-ZA" dirty="0"/>
            </a:br>
            <a:r>
              <a:rPr lang="en-ZA" dirty="0"/>
              <a:t>For </a:t>
            </a:r>
            <a:r>
              <a:rPr lang="en-ZA"/>
              <a:t>straight line</a:t>
            </a:r>
            <a:r>
              <a:rPr lang="en-ZA" dirty="0"/>
              <a:t>, </a:t>
            </a:r>
            <a:r>
              <a:rPr lang="en-ZA"/>
              <a:t>J = </a:t>
            </a:r>
            <a:r>
              <a:rPr lang="en-ZA" dirty="0"/>
              <a:t>m and also expect b to be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10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Pure pursuit: Easy to implement, and will not result in maximum turn rate as soon as a corner is seen due to look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2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Thank you very much for your time.</a:t>
            </a:r>
            <a:endParaRPr lang="en-GB" b="0" dirty="0">
              <a:latin typeface="Raleway" panose="020B0003030101060003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8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FB99-21B0-EB69-F7BC-6D2D6F1F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A5503-9D0D-BFA7-809D-9FF928F8B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C843D-BDF1-AEF8-EF01-0AF8EFC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M works very well if you have lots of slots.</a:t>
            </a:r>
            <a:br>
              <a:rPr lang="en-ZA" dirty="0"/>
            </a:br>
            <a:br>
              <a:rPr lang="en-ZA" dirty="0"/>
            </a:br>
            <a:r>
              <a:rPr lang="en-ZA" dirty="0"/>
              <a:t>T fails to deal with the transient very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169F2-3A67-DCE9-1C62-5F9DC5B38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76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latin typeface="Trebuchet MS" panose="020B0703020202090204" pitchFamily="34" charset="0"/>
              </a:rPr>
              <a:t>Co-branded Cover Slide Option</a:t>
            </a:r>
            <a:br>
              <a:rPr lang="en-GB" b="0" i="0" dirty="0">
                <a:latin typeface="Trebuchet MS" panose="020B0703020202090204" pitchFamily="34" charset="0"/>
              </a:rPr>
            </a:br>
            <a:endParaRPr lang="en-GB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latin typeface="Raleway" panose="020B0003030101060003" pitchFamily="34" charset="0"/>
              </a:rPr>
              <a:t>Replace the background image:</a:t>
            </a:r>
            <a:br>
              <a:rPr lang="en-GB" dirty="0">
                <a:latin typeface="Raleway" panose="020B0003030101060003" pitchFamily="34" charset="0"/>
              </a:rPr>
            </a:br>
            <a:r>
              <a:rPr lang="en-GB" dirty="0">
                <a:latin typeface="Raleway" panose="020B0003030101060003" pitchFamily="34" charset="0"/>
              </a:rPr>
              <a:t>Right-click on the slide, then choose 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Format Background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 and select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Picture or texture fill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.</a:t>
            </a:r>
            <a:r>
              <a:rPr lang="en-GB" b="1" dirty="0">
                <a:solidFill>
                  <a:schemeClr val="accent1"/>
                </a:solidFill>
                <a:latin typeface="Raleway" panose="020B0003030101060003" pitchFamily="34" charset="0"/>
              </a:rPr>
              <a:t> </a:t>
            </a:r>
            <a:r>
              <a:rPr lang="en-GB" b="0" dirty="0">
                <a:solidFill>
                  <a:schemeClr val="accent1"/>
                </a:solidFill>
                <a:latin typeface="Raleway" panose="020B0003030101060003" pitchFamily="34" charset="0"/>
              </a:rPr>
              <a:t>Select a new picture </a:t>
            </a:r>
            <a:r>
              <a:rPr lang="en-GB" b="0" dirty="0">
                <a:latin typeface="Raleway" panose="020B0003030101060003" pitchFamily="34" charset="0"/>
              </a:rPr>
              <a:t>of your choice. </a:t>
            </a:r>
            <a:br>
              <a:rPr lang="en-GB" b="0" dirty="0">
                <a:latin typeface="Raleway" panose="020B0003030101060003" pitchFamily="34" charset="0"/>
              </a:rPr>
            </a:br>
            <a:endParaRPr lang="en-GB" b="0" dirty="0"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latin typeface="Raleway" panose="020B0003030101060003" pitchFamily="34" charset="0"/>
              </a:rPr>
              <a:t>Remember to add an image attribution for e.g., Photo by Stefan Els.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82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Engineering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78FFE392-5910-874B-8661-FD0BB93E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8" y="338942"/>
            <a:ext cx="8328565" cy="1019176"/>
          </a:xfrm>
        </p:spPr>
        <p:txBody>
          <a:bodyPr/>
          <a:lstStyle/>
          <a:p>
            <a:r>
              <a:rPr lang="en-GB" dirty="0"/>
              <a:t>COOPERATIVE COLLISION AVOIDANCE USING HORIZONTAL MANOEUVRES </a:t>
            </a:r>
          </a:p>
        </p:txBody>
      </p:sp>
    </p:spTree>
    <p:extLst>
      <p:ext uri="{BB962C8B-B14F-4D97-AF65-F5344CB8AC3E}">
        <p14:creationId xmlns:p14="http://schemas.microsoft.com/office/powerpoint/2010/main" val="416234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56CD9-3397-744F-AB28-7232B1314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9" y="1305735"/>
            <a:ext cx="5826376" cy="520749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Design a route planner for generating the collision-free paths.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Create a MATLAB/Simulink model of robots to test the control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Practically demonstrate it with scale robots.</a:t>
            </a:r>
          </a:p>
          <a:p>
            <a:r>
              <a:rPr lang="en-GB" dirty="0"/>
              <a:t>Constraints:</a:t>
            </a:r>
          </a:p>
          <a:p>
            <a:pPr lvl="1"/>
            <a:r>
              <a:rPr lang="en-GB" sz="2400" dirty="0"/>
              <a:t>Centralised computation</a:t>
            </a:r>
          </a:p>
          <a:p>
            <a:pPr lvl="1"/>
            <a:r>
              <a:rPr lang="en-GB" sz="2400" dirty="0"/>
              <a:t>Vehicles can only move in the horizontal plane and constantly moving forward.</a:t>
            </a:r>
          </a:p>
          <a:p>
            <a:pPr lvl="1"/>
            <a:r>
              <a:rPr lang="en-GB" sz="2400" dirty="0"/>
              <a:t>No obstacles present.</a:t>
            </a:r>
          </a:p>
          <a:p>
            <a:pPr lvl="1"/>
            <a:r>
              <a:rPr lang="en-GB" sz="2400" dirty="0"/>
              <a:t>Collisions will occur the defined area.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B4193E-7CDD-2346-BF41-48CF312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45E316-AD7E-B60B-826A-98C52E6B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5" t="1139" r="1328" b="1951"/>
          <a:stretch>
            <a:fillRect/>
          </a:stretch>
        </p:blipFill>
        <p:spPr>
          <a:xfrm>
            <a:off x="6345045" y="1483112"/>
            <a:ext cx="5561822" cy="50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4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E352-725D-22E5-6346-57A4D510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51097-6955-08D8-DC65-A14FC60F4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2098626"/>
            <a:ext cx="5135000" cy="4414600"/>
          </a:xfrm>
        </p:spPr>
        <p:txBody>
          <a:bodyPr>
            <a:normAutofit/>
          </a:bodyPr>
          <a:lstStyle/>
          <a:p>
            <a:r>
              <a:rPr lang="en-GB" dirty="0"/>
              <a:t>Started with prioritised searches &amp; RRT</a:t>
            </a:r>
          </a:p>
          <a:p>
            <a:r>
              <a:rPr lang="en-GB" dirty="0"/>
              <a:t>4-connected grid</a:t>
            </a:r>
          </a:p>
          <a:p>
            <a:r>
              <a:rPr lang="en-GB" dirty="0"/>
              <a:t>Optimisations</a:t>
            </a:r>
          </a:p>
          <a:p>
            <a:pPr lvl="1"/>
            <a:r>
              <a:rPr lang="en-GB" sz="2400" dirty="0"/>
              <a:t>Centralised</a:t>
            </a:r>
          </a:p>
          <a:p>
            <a:pPr lvl="1"/>
            <a:r>
              <a:rPr lang="en-GB" sz="2400" dirty="0"/>
              <a:t>Heuristic adjustment – precalculated distances </a:t>
            </a:r>
          </a:p>
          <a:p>
            <a:r>
              <a:rPr lang="en-GB" dirty="0"/>
              <a:t>Minimum safe distance</a:t>
            </a:r>
          </a:p>
          <a:p>
            <a:r>
              <a:rPr lang="en-GB" dirty="0"/>
              <a:t>Outputted as grid coordinates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B4B4FB-7B96-3199-3763-0CF5F4E80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Centralised A* Search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48B14B-7064-2D0F-C4E7-04A3C370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Route planning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CB9897-B19B-4D4F-3D59-D32342CD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05" r="20259"/>
          <a:stretch>
            <a:fillRect/>
          </a:stretch>
        </p:blipFill>
        <p:spPr>
          <a:xfrm>
            <a:off x="5758344" y="2024757"/>
            <a:ext cx="6318273" cy="44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3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B882-12EC-D2A7-C3B8-01586180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F104C-346A-C9C6-30DB-8174D259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7" y="2098626"/>
            <a:ext cx="7491477" cy="4414600"/>
          </a:xfrm>
        </p:spPr>
        <p:txBody>
          <a:bodyPr>
            <a:normAutofit/>
          </a:bodyPr>
          <a:lstStyle/>
          <a:p>
            <a:r>
              <a:rPr lang="en-GB" dirty="0"/>
              <a:t>Cost was a major consideration.</a:t>
            </a:r>
          </a:p>
          <a:p>
            <a:r>
              <a:rPr lang="en-GB" dirty="0"/>
              <a:t>Basic robotics kit with most components.</a:t>
            </a:r>
          </a:p>
          <a:p>
            <a:r>
              <a:rPr lang="en-GB" dirty="0"/>
              <a:t>Bluetooth receivers for communication of commands.</a:t>
            </a:r>
          </a:p>
          <a:p>
            <a:r>
              <a:rPr lang="en-GB" dirty="0"/>
              <a:t>ArUco markers were chosen for accuracy.</a:t>
            </a:r>
          </a:p>
          <a:p>
            <a:pPr lvl="1"/>
            <a:r>
              <a:rPr lang="en-GB" sz="2400" dirty="0"/>
              <a:t>Sufficiently accurate with well-sized markers.</a:t>
            </a:r>
          </a:p>
          <a:p>
            <a:pPr lvl="1"/>
            <a:r>
              <a:rPr lang="en-GB" sz="2400" dirty="0"/>
              <a:t>Lots of support and drivers available.</a:t>
            </a:r>
          </a:p>
          <a:p>
            <a:pPr lvl="1"/>
            <a:r>
              <a:rPr lang="en-GB" sz="2400" dirty="0"/>
              <a:t>Implementation required large FOV camera to give large movement area.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FC4EEA-246E-CC36-29D3-DA545EC49F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Demonstration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5E185C-2FD6-C36B-DEC5-04CD16EA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Hardware selection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6A656439-1DF1-C9A1-9E53-58E3EBAE0F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57" t="15363" r="60664" b="12341"/>
          <a:stretch>
            <a:fillRect/>
          </a:stretch>
        </p:blipFill>
        <p:spPr>
          <a:xfrm>
            <a:off x="8207756" y="2355842"/>
            <a:ext cx="3792925" cy="34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7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7893-B18C-420B-3682-A9E7CA8C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E9FA05-5E14-E293-98EC-0CE4106374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667" y="1432560"/>
                <a:ext cx="5815225" cy="508066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800" dirty="0">
                    <a:solidFill>
                      <a:srgbClr val="B79962"/>
                    </a:solidFill>
                    <a:latin typeface="Trebuchet MS" panose="020B0603020202020204" pitchFamily="34" charset="0"/>
                  </a:rPr>
                  <a:t>Motor modelling</a:t>
                </a:r>
              </a:p>
              <a:p>
                <a:r>
                  <a:rPr lang="en-GB" dirty="0"/>
                  <a:t>Locked rotor and constant speed testing to get motor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ZA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Z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Z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sz="2800" dirty="0">
                    <a:solidFill>
                      <a:srgbClr val="B79962"/>
                    </a:solidFill>
                    <a:latin typeface="Trebuchet MS" panose="020B0603020202020204" pitchFamily="34" charset="0"/>
                  </a:rPr>
                  <a:t>Robot dynamic and kinematic modelling </a:t>
                </a:r>
                <a:endParaRPr lang="en-GB" dirty="0"/>
              </a:p>
              <a:p>
                <a:r>
                  <a:rPr lang="en-GB" dirty="0"/>
                  <a:t>Assuming no-slip conditions</a:t>
                </a:r>
              </a:p>
              <a:p>
                <a:r>
                  <a:rPr lang="en-GB" dirty="0"/>
                  <a:t>Lumped mass dynamic model</a:t>
                </a:r>
              </a:p>
              <a:p>
                <a:r>
                  <a:rPr lang="en-GB" dirty="0"/>
                  <a:t>For a straight line: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Z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ZA" sz="2400" b="0" i="1" dirty="0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</m:sub>
                    </m:sSub>
                    <m:r>
                      <a:rPr lang="en-ZA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537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ZA" sz="2400" b="0" i="1" dirty="0" smtClean="0">
                        <a:latin typeface="Cambria Math" panose="02040503050406030204" pitchFamily="18" charset="0"/>
                      </a:rPr>
                      <m:t>  &amp; </m:t>
                    </m:r>
                    <m:sSub>
                      <m:sSubPr>
                        <m:ctrlPr>
                          <a:rPr lang="en-Z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ZA" sz="2400" b="0" i="1" dirty="0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ZA" sz="2400" b="0" i="1" dirty="0" smtClean="0">
                        <a:latin typeface="Cambria Math" panose="02040503050406030204" pitchFamily="18" charset="0"/>
                      </a:rPr>
                      <m:t>=600</m:t>
                    </m:r>
                    <m:r>
                      <a:rPr lang="en-ZA" sz="2400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GB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Z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ZA" sz="2400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ZA" sz="2400" b="0" i="1" smtClean="0">
                        <a:latin typeface="Cambria Math" panose="02040503050406030204" pitchFamily="18" charset="0"/>
                      </a:rPr>
                      <m:t>=0.01 </m:t>
                    </m:r>
                    <m:r>
                      <a:rPr lang="en-ZA" sz="2400" b="0" i="1" smtClean="0">
                        <a:latin typeface="Cambria Math" panose="02040503050406030204" pitchFamily="18" charset="0"/>
                      </a:rPr>
                      <m:t>𝑁𝑠</m:t>
                    </m:r>
                    <m:r>
                      <a:rPr lang="en-ZA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ZA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400" dirty="0"/>
              </a:p>
              <a:p>
                <a:r>
                  <a:rPr lang="en-GB" dirty="0"/>
                  <a:t>Differential drive model used practically.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E9FA05-5E14-E293-98EC-0CE410637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667" y="1432560"/>
                <a:ext cx="5815225" cy="5080666"/>
              </a:xfrm>
              <a:blipFill>
                <a:blip r:embed="rId3"/>
                <a:stretch>
                  <a:fillRect l="-2096" t="-192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1ADADA34-03A3-CAD3-BE0C-AA2C5CB3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 modelling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5D5CB-7243-6265-ED25-47FB8D097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278" y="1432560"/>
            <a:ext cx="5284633" cy="50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0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AE67-86D5-6C3E-C41E-1CAD17F2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A6A95-225A-4C67-0ABE-40480C524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1405054"/>
            <a:ext cx="11122470" cy="510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General safety rules</a:t>
            </a:r>
          </a:p>
          <a:p>
            <a:r>
              <a:rPr lang="en-GB" dirty="0"/>
              <a:t>Follow all lab safety measures regarding closed shoes, long trousers and no baggy clothes.</a:t>
            </a:r>
          </a:p>
          <a:p>
            <a:r>
              <a:rPr lang="en-GB" dirty="0"/>
              <a:t>Never work by yourself in laboratories. 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Project specific safety </a:t>
            </a:r>
          </a:p>
          <a:p>
            <a:r>
              <a:rPr lang="en-GB" dirty="0"/>
              <a:t>Needed to create 3S LiPo batteries</a:t>
            </a:r>
          </a:p>
          <a:p>
            <a:pPr lvl="1"/>
            <a:r>
              <a:rPr lang="en-GB" sz="2400" dirty="0"/>
              <a:t>Cells pose a fire hazard if shorted during assembly.</a:t>
            </a:r>
          </a:p>
          <a:p>
            <a:pPr lvl="1"/>
            <a:r>
              <a:rPr lang="en-GB" sz="2400" dirty="0"/>
              <a:t>Tape any open conductors.</a:t>
            </a:r>
          </a:p>
          <a:p>
            <a:pPr lvl="1"/>
            <a:r>
              <a:rPr lang="en-GB" sz="2400" dirty="0"/>
              <a:t>Work in a clear workspace as best to let potential fire burn.</a:t>
            </a:r>
          </a:p>
          <a:p>
            <a:pPr lvl="1"/>
            <a:r>
              <a:rPr lang="en-GB" sz="2400" dirty="0"/>
              <a:t>Make use of lab’s e-waste bin if something were to go wrong.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6C3F8F-2226-F93F-63CF-E427A3A1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28969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BF63-5C3C-E213-51D2-3FA44C05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BB4C5-6283-6DFD-7D90-2732D628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1427356"/>
            <a:ext cx="11122470" cy="5085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1. Trajectory controller implementation</a:t>
            </a:r>
          </a:p>
          <a:p>
            <a:r>
              <a:rPr lang="en-GB" dirty="0"/>
              <a:t>Plan to implement a Pure Pursuit controller. </a:t>
            </a:r>
          </a:p>
          <a:p>
            <a:r>
              <a:rPr lang="en-GB" dirty="0"/>
              <a:t>On track to be finished by mid-next week.</a:t>
            </a:r>
          </a:p>
          <a:p>
            <a:pPr marL="0" indent="0">
              <a:buNone/>
            </a:pPr>
            <a:r>
              <a:rPr lang="en-GB" sz="2800" dirty="0">
                <a:solidFill>
                  <a:srgbClr val="B79962"/>
                </a:solidFill>
                <a:latin typeface="Trebuchet MS" panose="020B0603020202020204" pitchFamily="34" charset="0"/>
              </a:rPr>
              <a:t>2. Discretize the models and controllers and implement into demonstration</a:t>
            </a:r>
          </a:p>
          <a:p>
            <a:r>
              <a:rPr lang="en-GB" dirty="0"/>
              <a:t>Bluetooth implementation is mostly done.</a:t>
            </a:r>
          </a:p>
          <a:p>
            <a:r>
              <a:rPr lang="en-GB" dirty="0"/>
              <a:t>Implement ArUco marker tracking.</a:t>
            </a:r>
          </a:p>
          <a:p>
            <a:r>
              <a:rPr lang="en-GB" dirty="0"/>
              <a:t>Validate and test demonstration results.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17E09A-7BCF-BB80-760A-2448AB32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to be done</a:t>
            </a:r>
          </a:p>
        </p:txBody>
      </p:sp>
    </p:spTree>
    <p:extLst>
      <p:ext uri="{BB962C8B-B14F-4D97-AF65-F5344CB8AC3E}">
        <p14:creationId xmlns:p14="http://schemas.microsoft.com/office/powerpoint/2010/main" val="82697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BEBB7-8124-C2B7-1B6C-97559F5F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DF3CF-F963-519C-3025-C2CE11B2F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68" y="1427356"/>
            <a:ext cx="11122470" cy="5085870"/>
          </a:xfrm>
        </p:spPr>
        <p:txBody>
          <a:bodyPr>
            <a:normAutofit/>
          </a:bodyPr>
          <a:lstStyle/>
          <a:p>
            <a:r>
              <a:rPr lang="en-GB" dirty="0"/>
              <a:t>Project aims to create a CCA route planner and demonstrate it.</a:t>
            </a:r>
            <a:endParaRPr lang="en-GB" sz="2400" dirty="0"/>
          </a:p>
          <a:p>
            <a:r>
              <a:rPr lang="en-GB" dirty="0"/>
              <a:t>Centralised A* Search planning was chosen and executed.</a:t>
            </a:r>
          </a:p>
          <a:p>
            <a:r>
              <a:rPr lang="en-GB" dirty="0"/>
              <a:t>Cost-effective hardware was chosen and then modelled.</a:t>
            </a:r>
          </a:p>
          <a:p>
            <a:r>
              <a:rPr lang="en-GB" dirty="0"/>
              <a:t>All relevant safety precautions have been taken.</a:t>
            </a:r>
          </a:p>
          <a:p>
            <a:r>
              <a:rPr lang="en-GB" dirty="0"/>
              <a:t>The route planner and robot modelling are complete, still need to complete the controllers and implement them into the demonstration.</a:t>
            </a:r>
          </a:p>
          <a:p>
            <a:r>
              <a:rPr lang="en-GB" dirty="0"/>
              <a:t>On track to finish in time for the submission deadline.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B92610-7F45-7391-EFF8-83DC8EC9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9728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by ...">
            <a:extLst>
              <a:ext uri="{FF2B5EF4-FFF2-40B4-BE49-F238E27FC236}">
                <a16:creationId xmlns:a16="http://schemas.microsoft.com/office/drawing/2014/main" id="{B771A239-7A8C-2444-AA6D-1DEFD6A71A75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A2A7F4FA-0D31-47C4-81F2-46112F27E962}"/>
              </a:ext>
            </a:extLst>
          </p:cNvPr>
          <p:cNvSpPr/>
          <p:nvPr/>
        </p:nvSpPr>
        <p:spPr>
          <a:xfrm rot="5400000">
            <a:off x="842973" y="1069579"/>
            <a:ext cx="1942572" cy="3101468"/>
          </a:xfrm>
          <a:prstGeom prst="round1Rect">
            <a:avLst/>
          </a:prstGeom>
          <a:solidFill>
            <a:srgbClr val="4D535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2594D96-EC07-4657-9D68-83735F808368}"/>
              </a:ext>
            </a:extLst>
          </p:cNvPr>
          <p:cNvSpPr txBox="1"/>
          <p:nvPr/>
        </p:nvSpPr>
        <p:spPr>
          <a:xfrm>
            <a:off x="534088" y="1870249"/>
            <a:ext cx="2708645" cy="163121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Thank you</a:t>
            </a: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Enkosi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  <a:p>
            <a:pPr>
              <a:lnSpc>
                <a:spcPts val="4000"/>
              </a:lnSpc>
            </a:pPr>
            <a:r>
              <a:rPr lang="en-US" sz="4000" b="1" dirty="0" err="1">
                <a:solidFill>
                  <a:schemeClr val="bg1"/>
                </a:solidFill>
                <a:latin typeface="Trebuchet MS" panose="020B0703020202090204" pitchFamily="34" charset="0"/>
              </a:rPr>
              <a:t>Dankie</a:t>
            </a:r>
            <a:endParaRPr lang="en-US" sz="4000" b="1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34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5117-190F-A171-4F58-C3E23CA5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CB04AA9-244F-ED27-6625-23C01EF803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667" y="1432560"/>
                <a:ext cx="5815225" cy="508066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800" dirty="0">
                    <a:solidFill>
                      <a:srgbClr val="B79962"/>
                    </a:solidFill>
                    <a:latin typeface="Trebuchet MS" panose="020B0603020202020204" pitchFamily="34" charset="0"/>
                  </a:rPr>
                  <a:t>Encoder Handling</a:t>
                </a:r>
              </a:p>
              <a:p>
                <a:r>
                  <a:rPr lang="en-GB" sz="2600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Optical encoders have with few slots.</a:t>
                </a:r>
              </a:p>
              <a:p>
                <a:r>
                  <a:rPr lang="en-GB" sz="2600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M-speed measurement – counting the time over each pulse</a:t>
                </a:r>
              </a:p>
              <a:p>
                <a:r>
                  <a:rPr lang="en-GB" sz="2600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T-speed measurement – counting pulses in a constant interval</a:t>
                </a:r>
              </a:p>
              <a:p>
                <a:r>
                  <a:rPr lang="en-GB" sz="2600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M/T – speed measurement: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𝑟𝑒𝑣𝑠</m:t>
                    </m:r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ZA" sz="24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𝑠𝑒𝑐</m:t>
                    </m:r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ZA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ZA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𝑐𝑙𝑜𝑐𝑘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𝑓𝑟𝑒𝑞𝑢𝑒𝑛𝑐𝑦</m:t>
                    </m:r>
                  </m:oMath>
                </a14:m>
                <a:br>
                  <a:rPr lang="en-ZA" b="0" i="1" dirty="0">
                    <a:solidFill>
                      <a:schemeClr val="tx1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ZA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ZA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encoder</m:t>
                    </m:r>
                    <m: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pulse</m:t>
                    </m:r>
                    <m: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within</m:t>
                    </m:r>
                    <m: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gater</m:t>
                    </m:r>
                    <m: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ZA" b="0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interval</m:t>
                    </m:r>
                  </m:oMath>
                </a14:m>
                <a:r>
                  <a:rPr lang="en-GB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ZA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ZA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𝑐𝑙𝑜𝑐𝑘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𝑝𝑢𝑙𝑠𝑒𝑠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𝑤𝑖𝑡ℎ𝑖𝑛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𝑔𝑎𝑡𝑒𝑑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𝑖𝑛𝑡𝑒𝑟𝑣𝑎𝑙</m:t>
                    </m:r>
                  </m:oMath>
                </a14:m>
                <a:br>
                  <a:rPr lang="en-ZA" b="0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ZA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𝑟𝑒𝑣</m:t>
                    </m:r>
                  </m:oMath>
                </a14:m>
                <a:endParaRPr lang="en-ZA" b="0" dirty="0">
                  <a:solidFill>
                    <a:schemeClr val="tx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CB04AA9-244F-ED27-6625-23C01EF803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667" y="1432560"/>
                <a:ext cx="5815225" cy="5080666"/>
              </a:xfrm>
              <a:blipFill>
                <a:blip r:embed="rId3"/>
                <a:stretch>
                  <a:fillRect l="-1887" t="-1080" r="-1572" b="-12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B53FCDCD-8DFA-0CCB-31B5-D6E73D2B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 modelling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17DB8-771A-F4F6-7400-0E12B13B58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236"/>
          <a:stretch>
            <a:fillRect/>
          </a:stretch>
        </p:blipFill>
        <p:spPr>
          <a:xfrm>
            <a:off x="7289595" y="1432560"/>
            <a:ext cx="4561029" cy="50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0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733C-5304-0BBF-097A-7066039E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E9CE112-32D4-F9CF-3C22-70FB9021B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80" r="31195"/>
          <a:stretch>
            <a:fillRect/>
          </a:stretch>
        </p:blipFill>
        <p:spPr>
          <a:xfrm>
            <a:off x="3493855" y="1305736"/>
            <a:ext cx="5204290" cy="526570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2C7A05-DA4F-114F-50F2-181C3E81E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RRT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E2C957-7684-CA5F-43B9-2251A3C9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slides for clarification</a:t>
            </a:r>
          </a:p>
        </p:txBody>
      </p:sp>
    </p:spTree>
    <p:extLst>
      <p:ext uri="{BB962C8B-B14F-4D97-AF65-F5344CB8AC3E}">
        <p14:creationId xmlns:p14="http://schemas.microsoft.com/office/powerpoint/2010/main" val="287079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246E2-D7FF-CA2A-EA97-E2FFA1F8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2D88E4-AE79-2C2B-6E8B-C5CE60F10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957" t="6884" r="871" b="4666"/>
          <a:stretch>
            <a:fillRect/>
          </a:stretch>
        </p:blipFill>
        <p:spPr>
          <a:xfrm>
            <a:off x="859400" y="2098786"/>
            <a:ext cx="10473199" cy="413474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D90872-7B11-80A1-852F-308FB6B81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E6D97C-804B-6D11-2E21-2CC7BC66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slides for clarification</a:t>
            </a:r>
          </a:p>
        </p:txBody>
      </p:sp>
    </p:spTree>
    <p:extLst>
      <p:ext uri="{BB962C8B-B14F-4D97-AF65-F5344CB8AC3E}">
        <p14:creationId xmlns:p14="http://schemas.microsoft.com/office/powerpoint/2010/main" val="330344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09B0-96D9-9EC9-17DC-43AA3B45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329CDF8-4E4E-8A48-A923-BC4CC3827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54" t="3258" r="7714" b="8704"/>
          <a:stretch>
            <a:fillRect/>
          </a:stretch>
        </p:blipFill>
        <p:spPr>
          <a:xfrm>
            <a:off x="828179" y="2330605"/>
            <a:ext cx="10535641" cy="352378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C82D83-7BBA-D553-210A-7677EAFF98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4C5545-9262-EF72-B950-615F1AB5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slides for clarification</a:t>
            </a:r>
          </a:p>
        </p:txBody>
      </p:sp>
    </p:spTree>
    <p:extLst>
      <p:ext uri="{BB962C8B-B14F-4D97-AF65-F5344CB8AC3E}">
        <p14:creationId xmlns:p14="http://schemas.microsoft.com/office/powerpoint/2010/main" val="61640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EFAC51-CA5D-F32D-BCAD-E9F4E52A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1E249-4672-7C59-A9D2-15F5737A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DA076B-F6A9-2166-E266-E9661E93E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Dynamics modelling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14C893-4A87-CD53-E947-109B1A9B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 slides for clarification</a:t>
            </a:r>
          </a:p>
        </p:txBody>
      </p:sp>
    </p:spTree>
    <p:extLst>
      <p:ext uri="{BB962C8B-B14F-4D97-AF65-F5344CB8AC3E}">
        <p14:creationId xmlns:p14="http://schemas.microsoft.com/office/powerpoint/2010/main" val="4159860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by ...">
            <a:extLst>
              <a:ext uri="{FF2B5EF4-FFF2-40B4-BE49-F238E27FC236}">
                <a16:creationId xmlns:a16="http://schemas.microsoft.com/office/drawing/2014/main" id="{1982AB7D-2BAE-EF40-81E9-5AD098526BD0}"/>
              </a:ext>
            </a:extLst>
          </p:cNvPr>
          <p:cNvSpPr txBox="1"/>
          <p:nvPr/>
        </p:nvSpPr>
        <p:spPr>
          <a:xfrm>
            <a:off x="10214658" y="6364406"/>
            <a:ext cx="1285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/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Round Single Corner of Rectangle ">
            <a:extLst>
              <a:ext uri="{FF2B5EF4-FFF2-40B4-BE49-F238E27FC236}">
                <a16:creationId xmlns:a16="http://schemas.microsoft.com/office/drawing/2014/main" id="{04009226-6BB0-4A75-BF0B-291CA12DAC1F}"/>
              </a:ext>
            </a:extLst>
          </p:cNvPr>
          <p:cNvSpPr/>
          <p:nvPr/>
        </p:nvSpPr>
        <p:spPr>
          <a:xfrm rot="5400000">
            <a:off x="2142153" y="-800711"/>
            <a:ext cx="1835150" cy="6119454"/>
          </a:xfrm>
          <a:prstGeom prst="round1Rect">
            <a:avLst/>
          </a:prstGeom>
          <a:solidFill>
            <a:srgbClr val="4D535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4A2E3458-2FE6-4D84-8A88-415691A3E1D7}"/>
              </a:ext>
            </a:extLst>
          </p:cNvPr>
          <p:cNvSpPr txBox="1"/>
          <p:nvPr/>
        </p:nvSpPr>
        <p:spPr>
          <a:xfrm>
            <a:off x="528888" y="2482477"/>
            <a:ext cx="5143590" cy="54771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2400" b="1" dirty="0">
                <a:solidFill>
                  <a:schemeClr val="bg1"/>
                </a:solidFill>
                <a:latin typeface="Trebuchet MS" panose="020B0703020202090204" pitchFamily="34" charset="0"/>
              </a:rPr>
              <a:t>Date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C77969E-7453-4379-BA49-489BE156FC97}"/>
              </a:ext>
            </a:extLst>
          </p:cNvPr>
          <p:cNvSpPr txBox="1"/>
          <p:nvPr/>
        </p:nvSpPr>
        <p:spPr>
          <a:xfrm>
            <a:off x="528888" y="1609311"/>
            <a:ext cx="5143590" cy="605294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 b="1" dirty="0">
                <a:solidFill>
                  <a:schemeClr val="bg1"/>
                </a:solidFill>
                <a:latin typeface="Trebuchet MS" panose="020B0703020202090204" pitchFamily="34" charset="0"/>
              </a:rPr>
              <a:t>PRESENTATION TITLE</a:t>
            </a:r>
          </a:p>
        </p:txBody>
      </p:sp>
      <p:sp>
        <p:nvSpPr>
          <p:cNvPr id="8" name="Partner logo 2">
            <a:extLst>
              <a:ext uri="{FF2B5EF4-FFF2-40B4-BE49-F238E27FC236}">
                <a16:creationId xmlns:a16="http://schemas.microsoft.com/office/drawing/2014/main" id="{0EFFD8A2-3E70-4DF7-949A-5FC30DB1821E}"/>
              </a:ext>
            </a:extLst>
          </p:cNvPr>
          <p:cNvSpPr txBox="1"/>
          <p:nvPr/>
        </p:nvSpPr>
        <p:spPr>
          <a:xfrm>
            <a:off x="5727441" y="368299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  <p:sp>
        <p:nvSpPr>
          <p:cNvPr id="9" name="Partner logo 1">
            <a:extLst>
              <a:ext uri="{FF2B5EF4-FFF2-40B4-BE49-F238E27FC236}">
                <a16:creationId xmlns:a16="http://schemas.microsoft.com/office/drawing/2014/main" id="{24A15C26-3D75-4C2A-B1C2-C1670BAFCE26}"/>
              </a:ext>
            </a:extLst>
          </p:cNvPr>
          <p:cNvSpPr txBox="1"/>
          <p:nvPr/>
        </p:nvSpPr>
        <p:spPr>
          <a:xfrm>
            <a:off x="7597040" y="366485"/>
            <a:ext cx="1446614" cy="576263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600" dirty="0">
                <a:latin typeface="Trebuchet MS" panose="020B0603020202020204" pitchFamily="34" charset="0"/>
              </a:rPr>
              <a:t>Partner logo</a:t>
            </a:r>
            <a:endParaRPr lang="en-ZA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8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7B408-C668-544D-9EA8-4502F8FCD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7B174A-49C2-084F-A0D9-FEB6CF457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F81A4-F22A-1D48-9246-1DA169B9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067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B71A4D8-A164-E740-A988-B1E14EFFE0E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26EEF3-8209-334D-9BD7-A5D0A1B25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9886364-21E9-7341-93DE-F5AA1D09E2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A* Search with no priority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6C522AB-5F4C-FA48-967B-C3FCAE5D8CD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691900-CFEA-A444-846E-1896548B0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8E8DB43-E920-8C46-9065-8354725562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Rapidly Expanding Random Trees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BAEEE0F-A867-FF4B-BF6E-A514F3A65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C9709C-D1E1-E146-8C8F-2EE6340EE7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D947BE0-57F3-7943-85EF-865ECBC8DC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A* Search with Priority</a:t>
            </a:r>
          </a:p>
        </p:txBody>
      </p:sp>
    </p:spTree>
    <p:extLst>
      <p:ext uri="{BB962C8B-B14F-4D97-AF65-F5344CB8AC3E}">
        <p14:creationId xmlns:p14="http://schemas.microsoft.com/office/powerpoint/2010/main" val="3608538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1CF81B-19BB-9649-8A82-9EBDE15B689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3CDF31B-605C-7B43-9819-4FC3D979D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BCAA61-1A66-B549-B31D-12D7E9312A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0D82BF-697B-2A4E-AF1F-605EB658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A86DF3-3E03-3841-8BDB-3558943C00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B3A21B-D7C6-DD42-BF60-D7604E9F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59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E3C5-ADDD-5944-97A4-131414D4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AB050-8B57-7946-B944-9F32635CC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A19530-B5C9-4B48-BD3F-984B19D9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0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5B3F05-4C73-4E81-8633-DC6293C95F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406BB9A-01F9-409F-96E5-4526919791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D16B6E-A21E-407C-BDDF-C737BEB85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3d677-9216-46c3-8201-ee58da5def3b"/>
    <ds:schemaRef ds:uri="dffefaba-9bcc-430d-9abe-09565c10f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1009</Words>
  <Application>Microsoft Office PowerPoint</Application>
  <PresentationFormat>Widescreen</PresentationFormat>
  <Paragraphs>153</Paragraphs>
  <Slides>19</Slides>
  <Notes>10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Raleway</vt:lpstr>
      <vt:lpstr>Trebuchet MS</vt:lpstr>
      <vt:lpstr>Office Theme</vt:lpstr>
      <vt:lpstr>COOPERATIVE COLLISION AVOIDANCE USING HORIZONTAL MANOEUVRES </vt:lpstr>
      <vt:lpstr>The Problem Statement</vt:lpstr>
      <vt:lpstr>Route planning</vt:lpstr>
      <vt:lpstr>Hardware selection</vt:lpstr>
      <vt:lpstr>Robot modelling</vt:lpstr>
      <vt:lpstr>Safety</vt:lpstr>
      <vt:lpstr>Work to be done</vt:lpstr>
      <vt:lpstr>Conclusion</vt:lpstr>
      <vt:lpstr>PowerPoint Presentation</vt:lpstr>
      <vt:lpstr>Robot modelling</vt:lpstr>
      <vt:lpstr>Extra slides for clarification</vt:lpstr>
      <vt:lpstr>Extra slides for clarification</vt:lpstr>
      <vt:lpstr>Extra slides for clarification</vt:lpstr>
      <vt:lpstr>Extra slides for clarification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Adrian Stark</cp:lastModifiedBy>
  <cp:revision>685</cp:revision>
  <dcterms:created xsi:type="dcterms:W3CDTF">2021-09-15T08:20:16Z</dcterms:created>
  <dcterms:modified xsi:type="dcterms:W3CDTF">2026-08-13T06:15:22Z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